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258" r:id="rId6"/>
    <p:sldId id="259" r:id="rId7"/>
    <p:sldId id="257" r:id="rId8"/>
    <p:sldId id="260" r:id="rId9"/>
    <p:sldId id="261" r:id="rId10"/>
    <p:sldId id="263" r:id="rId11"/>
    <p:sldId id="264" r:id="rId12"/>
    <p:sldId id="275" r:id="rId13"/>
    <p:sldId id="265" r:id="rId14"/>
    <p:sldId id="266" r:id="rId15"/>
    <p:sldId id="276" r:id="rId16"/>
    <p:sldId id="281" r:id="rId17"/>
    <p:sldId id="267" r:id="rId18"/>
    <p:sldId id="277" r:id="rId19"/>
    <p:sldId id="280" r:id="rId20"/>
    <p:sldId id="268" r:id="rId21"/>
    <p:sldId id="270" r:id="rId22"/>
    <p:sldId id="271" r:id="rId23"/>
    <p:sldId id="272" r:id="rId24"/>
    <p:sldId id="282" r:id="rId25"/>
    <p:sldId id="279" r:id="rId26"/>
    <p:sldId id="283" r:id="rId27"/>
    <p:sldId id="285" r:id="rId28"/>
    <p:sldId id="286" r:id="rId29"/>
    <p:sldId id="287" r:id="rId30"/>
  </p:sldIdLst>
  <p:sldSz cx="12192000" cy="6858000"/>
  <p:notesSz cx="6858000" cy="9144000"/>
  <p:custDataLst>
    <p:tags r:id="rId3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8DA"/>
    <a:srgbClr val="DFE2E4"/>
    <a:srgbClr val="D8E184"/>
    <a:srgbClr val="5A9298"/>
    <a:srgbClr val="D9DDDF"/>
    <a:srgbClr val="E2E5E7"/>
    <a:srgbClr val="EEF0F2"/>
    <a:srgbClr val="F5F6F7"/>
    <a:srgbClr val="EAECEE"/>
    <a:srgbClr val="EC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6CC69-CC41-4643-8879-2D6D89698C3D}" v="178" dt="2026-06-11T18:57:36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Weathered" userId="58008cf0-5af7-4797-ae7e-003cb9e0b681" providerId="ADAL" clId="{51EB0309-8D2B-4459-AC88-F3A7CC3170E6}"/>
    <pc:docChg chg="undo custSel addSld delSld modSld sldOrd">
      <pc:chgData name="Catherine Weathered" userId="58008cf0-5af7-4797-ae7e-003cb9e0b681" providerId="ADAL" clId="{51EB0309-8D2B-4459-AC88-F3A7CC3170E6}" dt="2026-06-11T19:13:36.952" v="3914" actId="729"/>
      <pc:docMkLst>
        <pc:docMk/>
      </pc:docMkLst>
      <pc:sldChg chg="modSp mod">
        <pc:chgData name="Catherine Weathered" userId="58008cf0-5af7-4797-ae7e-003cb9e0b681" providerId="ADAL" clId="{51EB0309-8D2B-4459-AC88-F3A7CC3170E6}" dt="2026-06-11T19:13:15.685" v="3909" actId="20577"/>
        <pc:sldMkLst>
          <pc:docMk/>
          <pc:sldMk cId="2571478441" sldId="256"/>
        </pc:sldMkLst>
        <pc:spChg chg="mod">
          <ac:chgData name="Catherine Weathered" userId="58008cf0-5af7-4797-ae7e-003cb9e0b681" providerId="ADAL" clId="{51EB0309-8D2B-4459-AC88-F3A7CC3170E6}" dt="2026-06-11T19:13:15.685" v="3909" actId="20577"/>
          <ac:spMkLst>
            <pc:docMk/>
            <pc:sldMk cId="2571478441" sldId="256"/>
            <ac:spMk id="2" creationId="{CE266A5E-6607-5F32-943A-F1FD3FD402D4}"/>
          </ac:spMkLst>
        </pc:spChg>
      </pc:sldChg>
      <pc:sldChg chg="add del">
        <pc:chgData name="Catherine Weathered" userId="58008cf0-5af7-4797-ae7e-003cb9e0b681" providerId="ADAL" clId="{51EB0309-8D2B-4459-AC88-F3A7CC3170E6}" dt="2026-06-11T19:13:32.550" v="3912" actId="2696"/>
        <pc:sldMkLst>
          <pc:docMk/>
          <pc:sldMk cId="490359560" sldId="257"/>
        </pc:sldMkLst>
      </pc:sldChg>
      <pc:sldChg chg="add del mod modShow">
        <pc:chgData name="Catherine Weathered" userId="58008cf0-5af7-4797-ae7e-003cb9e0b681" providerId="ADAL" clId="{51EB0309-8D2B-4459-AC88-F3A7CC3170E6}" dt="2026-06-11T19:13:36.952" v="3914" actId="729"/>
        <pc:sldMkLst>
          <pc:docMk/>
          <pc:sldMk cId="473346697" sldId="258"/>
        </pc:sldMkLst>
      </pc:sldChg>
      <pc:sldChg chg="add del mod modShow">
        <pc:chgData name="Catherine Weathered" userId="58008cf0-5af7-4797-ae7e-003cb9e0b681" providerId="ADAL" clId="{51EB0309-8D2B-4459-AC88-F3A7CC3170E6}" dt="2026-06-11T19:13:36.952" v="3914" actId="729"/>
        <pc:sldMkLst>
          <pc:docMk/>
          <pc:sldMk cId="155292687" sldId="259"/>
        </pc:sldMkLst>
      </pc:sldChg>
      <pc:sldChg chg="modSp mod">
        <pc:chgData name="Catherine Weathered" userId="58008cf0-5af7-4797-ae7e-003cb9e0b681" providerId="ADAL" clId="{51EB0309-8D2B-4459-AC88-F3A7CC3170E6}" dt="2026-06-10T17:13:57.122" v="632" actId="15"/>
        <pc:sldMkLst>
          <pc:docMk/>
          <pc:sldMk cId="2690492776" sldId="260"/>
        </pc:sldMkLst>
        <pc:spChg chg="mod">
          <ac:chgData name="Catherine Weathered" userId="58008cf0-5af7-4797-ae7e-003cb9e0b681" providerId="ADAL" clId="{51EB0309-8D2B-4459-AC88-F3A7CC3170E6}" dt="2026-06-10T17:13:57.122" v="632" actId="15"/>
          <ac:spMkLst>
            <pc:docMk/>
            <pc:sldMk cId="2690492776" sldId="260"/>
            <ac:spMk id="3" creationId="{A5116468-FD1E-0642-C1F8-ACB6B160A138}"/>
          </ac:spMkLst>
        </pc:spChg>
      </pc:sldChg>
      <pc:sldChg chg="addSp delSp modSp mod">
        <pc:chgData name="Catherine Weathered" userId="58008cf0-5af7-4797-ae7e-003cb9e0b681" providerId="ADAL" clId="{51EB0309-8D2B-4459-AC88-F3A7CC3170E6}" dt="2026-06-10T21:39:05.464" v="3082" actId="1076"/>
        <pc:sldMkLst>
          <pc:docMk/>
          <pc:sldMk cId="4110661127" sldId="261"/>
        </pc:sldMkLst>
        <pc:spChg chg="mod">
          <ac:chgData name="Catherine Weathered" userId="58008cf0-5af7-4797-ae7e-003cb9e0b681" providerId="ADAL" clId="{51EB0309-8D2B-4459-AC88-F3A7CC3170E6}" dt="2026-06-10T17:09:34.442" v="573" actId="20577"/>
          <ac:spMkLst>
            <pc:docMk/>
            <pc:sldMk cId="4110661127" sldId="261"/>
            <ac:spMk id="2" creationId="{66A566B4-5DA8-8307-8B1A-DB634D6AD883}"/>
          </ac:spMkLst>
        </pc:spChg>
        <pc:spChg chg="del">
          <ac:chgData name="Catherine Weathered" userId="58008cf0-5af7-4797-ae7e-003cb9e0b681" providerId="ADAL" clId="{51EB0309-8D2B-4459-AC88-F3A7CC3170E6}" dt="2026-06-10T16:08:47.050" v="314" actId="478"/>
          <ac:spMkLst>
            <pc:docMk/>
            <pc:sldMk cId="4110661127" sldId="261"/>
            <ac:spMk id="3" creationId="{F6236ACC-CDBA-0F8C-3314-528BF40DB98E}"/>
          </ac:spMkLst>
        </pc:spChg>
        <pc:spChg chg="add mod">
          <ac:chgData name="Catherine Weathered" userId="58008cf0-5af7-4797-ae7e-003cb9e0b681" providerId="ADAL" clId="{51EB0309-8D2B-4459-AC88-F3A7CC3170E6}" dt="2026-06-10T21:39:05.464" v="3082" actId="1076"/>
          <ac:spMkLst>
            <pc:docMk/>
            <pc:sldMk cId="4110661127" sldId="261"/>
            <ac:spMk id="12" creationId="{EAF4FC97-416A-A1EC-E8C4-5F915664760F}"/>
          </ac:spMkLst>
        </pc:spChg>
        <pc:graphicFrameChg chg="mod modGraphic">
          <ac:chgData name="Catherine Weathered" userId="58008cf0-5af7-4797-ae7e-003cb9e0b681" providerId="ADAL" clId="{51EB0309-8D2B-4459-AC88-F3A7CC3170E6}" dt="2026-06-10T17:14:32.744" v="633" actId="1076"/>
          <ac:graphicFrameMkLst>
            <pc:docMk/>
            <pc:sldMk cId="4110661127" sldId="261"/>
            <ac:graphicFrameMk id="10" creationId="{C50E916A-3BE7-FB87-5F9E-8B49DF4DBE68}"/>
          </ac:graphicFrameMkLst>
        </pc:graphicFrameChg>
      </pc:sldChg>
      <pc:sldChg chg="delSp modSp del mod">
        <pc:chgData name="Catherine Weathered" userId="58008cf0-5af7-4797-ae7e-003cb9e0b681" providerId="ADAL" clId="{51EB0309-8D2B-4459-AC88-F3A7CC3170E6}" dt="2026-06-10T21:39:21.253" v="3083" actId="2696"/>
        <pc:sldMkLst>
          <pc:docMk/>
          <pc:sldMk cId="871991850" sldId="262"/>
        </pc:sldMkLst>
        <pc:spChg chg="del">
          <ac:chgData name="Catherine Weathered" userId="58008cf0-5af7-4797-ae7e-003cb9e0b681" providerId="ADAL" clId="{51EB0309-8D2B-4459-AC88-F3A7CC3170E6}" dt="2026-06-10T17:15:36.198" v="636" actId="478"/>
          <ac:spMkLst>
            <pc:docMk/>
            <pc:sldMk cId="871991850" sldId="262"/>
            <ac:spMk id="3" creationId="{F58C6593-9E29-5CA8-56CB-B52EE5C2EDB8}"/>
          </ac:spMkLst>
        </pc:spChg>
        <pc:graphicFrameChg chg="mod modGraphic">
          <ac:chgData name="Catherine Weathered" userId="58008cf0-5af7-4797-ae7e-003cb9e0b681" providerId="ADAL" clId="{51EB0309-8D2B-4459-AC88-F3A7CC3170E6}" dt="2026-06-10T17:20:29.458" v="696" actId="1076"/>
          <ac:graphicFrameMkLst>
            <pc:docMk/>
            <pc:sldMk cId="871991850" sldId="262"/>
            <ac:graphicFrameMk id="10" creationId="{9ED0E10D-F9AE-CE4E-1828-771AE5090888}"/>
          </ac:graphicFrameMkLst>
        </pc:graphicFrameChg>
      </pc:sldChg>
      <pc:sldChg chg="addSp delSp modSp mod">
        <pc:chgData name="Catherine Weathered" userId="58008cf0-5af7-4797-ae7e-003cb9e0b681" providerId="ADAL" clId="{51EB0309-8D2B-4459-AC88-F3A7CC3170E6}" dt="2026-06-10T21:43:43.973" v="3096" actId="478"/>
        <pc:sldMkLst>
          <pc:docMk/>
          <pc:sldMk cId="1541171307" sldId="263"/>
        </pc:sldMkLst>
        <pc:spChg chg="del">
          <ac:chgData name="Catherine Weathered" userId="58008cf0-5af7-4797-ae7e-003cb9e0b681" providerId="ADAL" clId="{51EB0309-8D2B-4459-AC88-F3A7CC3170E6}" dt="2026-06-10T17:24:51.804" v="697" actId="478"/>
          <ac:spMkLst>
            <pc:docMk/>
            <pc:sldMk cId="1541171307" sldId="263"/>
            <ac:spMk id="3" creationId="{51CE4C19-25C9-E30F-D018-1763B186E29E}"/>
          </ac:spMkLst>
        </pc:spChg>
        <pc:spChg chg="del">
          <ac:chgData name="Catherine Weathered" userId="58008cf0-5af7-4797-ae7e-003cb9e0b681" providerId="ADAL" clId="{51EB0309-8D2B-4459-AC88-F3A7CC3170E6}" dt="2026-06-10T21:43:43.973" v="3096" actId="478"/>
          <ac:spMkLst>
            <pc:docMk/>
            <pc:sldMk cId="1541171307" sldId="263"/>
            <ac:spMk id="7" creationId="{9F7830DC-0783-4DAA-BA40-7D727871DE3C}"/>
          </ac:spMkLst>
        </pc:spChg>
        <pc:spChg chg="del">
          <ac:chgData name="Catherine Weathered" userId="58008cf0-5af7-4797-ae7e-003cb9e0b681" providerId="ADAL" clId="{51EB0309-8D2B-4459-AC88-F3A7CC3170E6}" dt="2026-06-10T21:43:43.973" v="3096" actId="478"/>
          <ac:spMkLst>
            <pc:docMk/>
            <pc:sldMk cId="1541171307" sldId="263"/>
            <ac:spMk id="9" creationId="{C701A7D8-0A8F-CFC5-DEC7-46BD0C5482CA}"/>
          </ac:spMkLst>
        </pc:spChg>
        <pc:picChg chg="add mod">
          <ac:chgData name="Catherine Weathered" userId="58008cf0-5af7-4797-ae7e-003cb9e0b681" providerId="ADAL" clId="{51EB0309-8D2B-4459-AC88-F3A7CC3170E6}" dt="2026-06-10T21:43:41.126" v="3095" actId="1076"/>
          <ac:picMkLst>
            <pc:docMk/>
            <pc:sldMk cId="1541171307" sldId="263"/>
            <ac:picMk id="11" creationId="{A449281C-3148-1C7D-CF02-C4C29E87E5D2}"/>
          </ac:picMkLst>
        </pc:picChg>
      </pc:sldChg>
      <pc:sldChg chg="addSp delSp modSp mod">
        <pc:chgData name="Catherine Weathered" userId="58008cf0-5af7-4797-ae7e-003cb9e0b681" providerId="ADAL" clId="{51EB0309-8D2B-4459-AC88-F3A7CC3170E6}" dt="2026-06-10T21:43:09.427" v="3092" actId="1076"/>
        <pc:sldMkLst>
          <pc:docMk/>
          <pc:sldMk cId="911805906" sldId="264"/>
        </pc:sldMkLst>
        <pc:spChg chg="del">
          <ac:chgData name="Catherine Weathered" userId="58008cf0-5af7-4797-ae7e-003cb9e0b681" providerId="ADAL" clId="{51EB0309-8D2B-4459-AC88-F3A7CC3170E6}" dt="2026-06-10T17:25:28.126" v="698" actId="478"/>
          <ac:spMkLst>
            <pc:docMk/>
            <pc:sldMk cId="911805906" sldId="264"/>
            <ac:spMk id="3" creationId="{53C65A00-F065-DCE5-C061-95B1621EDAED}"/>
          </ac:spMkLst>
        </pc:spChg>
        <pc:picChg chg="add del mod">
          <ac:chgData name="Catherine Weathered" userId="58008cf0-5af7-4797-ae7e-003cb9e0b681" providerId="ADAL" clId="{51EB0309-8D2B-4459-AC88-F3A7CC3170E6}" dt="2026-06-10T21:42:44.999" v="3089" actId="478"/>
          <ac:picMkLst>
            <pc:docMk/>
            <pc:sldMk cId="911805906" sldId="264"/>
            <ac:picMk id="10" creationId="{C699D656-E7BA-3AB7-F1FB-229FD443CFCB}"/>
          </ac:picMkLst>
        </pc:picChg>
        <pc:picChg chg="add mod">
          <ac:chgData name="Catherine Weathered" userId="58008cf0-5af7-4797-ae7e-003cb9e0b681" providerId="ADAL" clId="{51EB0309-8D2B-4459-AC88-F3A7CC3170E6}" dt="2026-06-10T21:42:44.109" v="3088" actId="14100"/>
          <ac:picMkLst>
            <pc:docMk/>
            <pc:sldMk cId="911805906" sldId="264"/>
            <ac:picMk id="12" creationId="{B1B0BA72-9868-5649-CD88-ABDA7CF4D51C}"/>
          </ac:picMkLst>
        </pc:picChg>
        <pc:picChg chg="add mod">
          <ac:chgData name="Catherine Weathered" userId="58008cf0-5af7-4797-ae7e-003cb9e0b681" providerId="ADAL" clId="{51EB0309-8D2B-4459-AC88-F3A7CC3170E6}" dt="2026-06-10T21:43:09.427" v="3092" actId="1076"/>
          <ac:picMkLst>
            <pc:docMk/>
            <pc:sldMk cId="911805906" sldId="264"/>
            <ac:picMk id="14" creationId="{C1A0B236-C8BE-C088-A001-47DEAAECBF2F}"/>
          </ac:picMkLst>
        </pc:picChg>
      </pc:sldChg>
      <pc:sldChg chg="modSp mod modShow">
        <pc:chgData name="Catherine Weathered" userId="58008cf0-5af7-4797-ae7e-003cb9e0b681" providerId="ADAL" clId="{51EB0309-8D2B-4459-AC88-F3A7CC3170E6}" dt="2026-06-11T16:02:46.798" v="3127" actId="1076"/>
        <pc:sldMkLst>
          <pc:docMk/>
          <pc:sldMk cId="4153720129" sldId="266"/>
        </pc:sldMkLst>
        <pc:graphicFrameChg chg="mod modGraphic">
          <ac:chgData name="Catherine Weathered" userId="58008cf0-5af7-4797-ae7e-003cb9e0b681" providerId="ADAL" clId="{51EB0309-8D2B-4459-AC88-F3A7CC3170E6}" dt="2026-06-11T16:02:46.798" v="3127" actId="1076"/>
          <ac:graphicFrameMkLst>
            <pc:docMk/>
            <pc:sldMk cId="4153720129" sldId="266"/>
            <ac:graphicFrameMk id="9" creationId="{9325D72B-117C-137F-A257-C0FBE759143E}"/>
          </ac:graphicFrameMkLst>
        </pc:graphicFrameChg>
      </pc:sldChg>
      <pc:sldChg chg="addSp modSp mod ord">
        <pc:chgData name="Catherine Weathered" userId="58008cf0-5af7-4797-ae7e-003cb9e0b681" providerId="ADAL" clId="{51EB0309-8D2B-4459-AC88-F3A7CC3170E6}" dt="2026-06-10T20:29:35.711" v="1505" actId="1076"/>
        <pc:sldMkLst>
          <pc:docMk/>
          <pc:sldMk cId="181048476" sldId="267"/>
        </pc:sldMkLst>
        <pc:spChg chg="mod">
          <ac:chgData name="Catherine Weathered" userId="58008cf0-5af7-4797-ae7e-003cb9e0b681" providerId="ADAL" clId="{51EB0309-8D2B-4459-AC88-F3A7CC3170E6}" dt="2026-06-10T20:23:16.036" v="1248" actId="20577"/>
          <ac:spMkLst>
            <pc:docMk/>
            <pc:sldMk cId="181048476" sldId="267"/>
            <ac:spMk id="2" creationId="{B340922A-E379-768A-6459-47716FFCC369}"/>
          </ac:spMkLst>
        </pc:spChg>
        <pc:spChg chg="add mod">
          <ac:chgData name="Catherine Weathered" userId="58008cf0-5af7-4797-ae7e-003cb9e0b681" providerId="ADAL" clId="{51EB0309-8D2B-4459-AC88-F3A7CC3170E6}" dt="2026-06-10T20:29:33.655" v="1504" actId="1076"/>
          <ac:spMkLst>
            <pc:docMk/>
            <pc:sldMk cId="181048476" sldId="267"/>
            <ac:spMk id="10" creationId="{769DCD41-F123-70DB-4BAB-6DF26A613474}"/>
          </ac:spMkLst>
        </pc:spChg>
        <pc:graphicFrameChg chg="add mod modGraphic">
          <ac:chgData name="Catherine Weathered" userId="58008cf0-5af7-4797-ae7e-003cb9e0b681" providerId="ADAL" clId="{51EB0309-8D2B-4459-AC88-F3A7CC3170E6}" dt="2026-06-10T20:29:00.300" v="1462" actId="2166"/>
          <ac:graphicFrameMkLst>
            <pc:docMk/>
            <pc:sldMk cId="181048476" sldId="267"/>
            <ac:graphicFrameMk id="11" creationId="{1AD06CC3-7E03-01E6-683E-2FAB0D259F9E}"/>
          </ac:graphicFrameMkLst>
        </pc:graphicFrameChg>
        <pc:picChg chg="mod">
          <ac:chgData name="Catherine Weathered" userId="58008cf0-5af7-4797-ae7e-003cb9e0b681" providerId="ADAL" clId="{51EB0309-8D2B-4459-AC88-F3A7CC3170E6}" dt="2026-06-10T20:29:35.711" v="1505" actId="1076"/>
          <ac:picMkLst>
            <pc:docMk/>
            <pc:sldMk cId="181048476" sldId="267"/>
            <ac:picMk id="9" creationId="{A8957B44-DC9F-DBBB-753F-83CCBED80AB7}"/>
          </ac:picMkLst>
        </pc:picChg>
      </pc:sldChg>
      <pc:sldChg chg="addSp delSp modSp mod">
        <pc:chgData name="Catherine Weathered" userId="58008cf0-5af7-4797-ae7e-003cb9e0b681" providerId="ADAL" clId="{51EB0309-8D2B-4459-AC88-F3A7CC3170E6}" dt="2026-06-11T18:58:03.684" v="3870" actId="404"/>
        <pc:sldMkLst>
          <pc:docMk/>
          <pc:sldMk cId="4177230471" sldId="268"/>
        </pc:sldMkLst>
        <pc:spChg chg="mod">
          <ac:chgData name="Catherine Weathered" userId="58008cf0-5af7-4797-ae7e-003cb9e0b681" providerId="ADAL" clId="{51EB0309-8D2B-4459-AC88-F3A7CC3170E6}" dt="2026-06-10T20:21:51.413" v="1144" actId="1076"/>
          <ac:spMkLst>
            <pc:docMk/>
            <pc:sldMk cId="4177230471" sldId="268"/>
            <ac:spMk id="2" creationId="{E3549D63-4CF2-BEBB-72E1-C672FB8A37B4}"/>
          </ac:spMkLst>
        </pc:spChg>
        <pc:spChg chg="del">
          <ac:chgData name="Catherine Weathered" userId="58008cf0-5af7-4797-ae7e-003cb9e0b681" providerId="ADAL" clId="{51EB0309-8D2B-4459-AC88-F3A7CC3170E6}" dt="2026-06-10T20:19:48.204" v="1074" actId="478"/>
          <ac:spMkLst>
            <pc:docMk/>
            <pc:sldMk cId="4177230471" sldId="268"/>
            <ac:spMk id="8" creationId="{1929F229-3A4A-C34F-9710-8122A4E49984}"/>
          </ac:spMkLst>
        </pc:spChg>
        <pc:spChg chg="add mod">
          <ac:chgData name="Catherine Weathered" userId="58008cf0-5af7-4797-ae7e-003cb9e0b681" providerId="ADAL" clId="{51EB0309-8D2B-4459-AC88-F3A7CC3170E6}" dt="2026-06-10T21:14:12.156" v="2244" actId="20577"/>
          <ac:spMkLst>
            <pc:docMk/>
            <pc:sldMk cId="4177230471" sldId="268"/>
            <ac:spMk id="10" creationId="{B343F900-6872-24BB-CE7E-60D8621CBDBC}"/>
          </ac:spMkLst>
        </pc:spChg>
        <pc:spChg chg="add mod">
          <ac:chgData name="Catherine Weathered" userId="58008cf0-5af7-4797-ae7e-003cb9e0b681" providerId="ADAL" clId="{51EB0309-8D2B-4459-AC88-F3A7CC3170E6}" dt="2026-06-10T20:22:08.901" v="1145" actId="115"/>
          <ac:spMkLst>
            <pc:docMk/>
            <pc:sldMk cId="4177230471" sldId="268"/>
            <ac:spMk id="11" creationId="{AE343824-127A-9448-65F9-985B63460399}"/>
          </ac:spMkLst>
        </pc:spChg>
        <pc:spChg chg="add mod">
          <ac:chgData name="Catherine Weathered" userId="58008cf0-5af7-4797-ae7e-003cb9e0b681" providerId="ADAL" clId="{51EB0309-8D2B-4459-AC88-F3A7CC3170E6}" dt="2026-06-11T16:04:03.877" v="3138" actId="20577"/>
          <ac:spMkLst>
            <pc:docMk/>
            <pc:sldMk cId="4177230471" sldId="268"/>
            <ac:spMk id="15" creationId="{6C853354-0422-1339-0D74-D6D3A9FA0184}"/>
          </ac:spMkLst>
        </pc:spChg>
        <pc:spChg chg="add">
          <ac:chgData name="Catherine Weathered" userId="58008cf0-5af7-4797-ae7e-003cb9e0b681" providerId="ADAL" clId="{51EB0309-8D2B-4459-AC88-F3A7CC3170E6}" dt="2026-06-10T21:02:34.486" v="1973"/>
          <ac:spMkLst>
            <pc:docMk/>
            <pc:sldMk cId="4177230471" sldId="268"/>
            <ac:spMk id="18" creationId="{16D711DE-0FC7-373E-E8A5-612303834A0C}"/>
          </ac:spMkLst>
        </pc:spChg>
        <pc:graphicFrameChg chg="add del mod modGraphic">
          <ac:chgData name="Catherine Weathered" userId="58008cf0-5af7-4797-ae7e-003cb9e0b681" providerId="ADAL" clId="{51EB0309-8D2B-4459-AC88-F3A7CC3170E6}" dt="2026-06-10T20:24:34.298" v="1391" actId="478"/>
          <ac:graphicFrameMkLst>
            <pc:docMk/>
            <pc:sldMk cId="4177230471" sldId="268"/>
            <ac:graphicFrameMk id="9" creationId="{F71109D4-516D-6EAC-4018-4C2B26229D6F}"/>
          </ac:graphicFrameMkLst>
        </pc:graphicFrameChg>
        <pc:graphicFrameChg chg="add mod">
          <ac:chgData name="Catherine Weathered" userId="58008cf0-5af7-4797-ae7e-003cb9e0b681" providerId="ADAL" clId="{51EB0309-8D2B-4459-AC88-F3A7CC3170E6}" dt="2026-06-10T20:43:47.923" v="1668"/>
          <ac:graphicFrameMkLst>
            <pc:docMk/>
            <pc:sldMk cId="4177230471" sldId="268"/>
            <ac:graphicFrameMk id="16" creationId="{F5EE266D-9A9A-F9B2-05EE-DC4E2793EDD1}"/>
          </ac:graphicFrameMkLst>
        </pc:graphicFrameChg>
        <pc:graphicFrameChg chg="add mod modGraphic">
          <ac:chgData name="Catherine Weathered" userId="58008cf0-5af7-4797-ae7e-003cb9e0b681" providerId="ADAL" clId="{51EB0309-8D2B-4459-AC88-F3A7CC3170E6}" dt="2026-06-11T18:58:03.684" v="3870" actId="404"/>
          <ac:graphicFrameMkLst>
            <pc:docMk/>
            <pc:sldMk cId="4177230471" sldId="268"/>
            <ac:graphicFrameMk id="17" creationId="{C01E74BC-7AEB-0D40-A7A4-9803D4C501B9}"/>
          </ac:graphicFrameMkLst>
        </pc:graphicFrameChg>
        <pc:cxnChg chg="add mod">
          <ac:chgData name="Catherine Weathered" userId="58008cf0-5af7-4797-ae7e-003cb9e0b681" providerId="ADAL" clId="{51EB0309-8D2B-4459-AC88-F3A7CC3170E6}" dt="2026-06-10T20:21:17.691" v="1131" actId="208"/>
          <ac:cxnSpMkLst>
            <pc:docMk/>
            <pc:sldMk cId="4177230471" sldId="268"/>
            <ac:cxnSpMk id="13" creationId="{9E94EF47-8A3A-823C-DF94-098629FE540B}"/>
          </ac:cxnSpMkLst>
        </pc:cxnChg>
        <pc:cxnChg chg="add mod">
          <ac:chgData name="Catherine Weathered" userId="58008cf0-5af7-4797-ae7e-003cb9e0b681" providerId="ADAL" clId="{51EB0309-8D2B-4459-AC88-F3A7CC3170E6}" dt="2026-06-10T20:21:17.691" v="1131" actId="208"/>
          <ac:cxnSpMkLst>
            <pc:docMk/>
            <pc:sldMk cId="4177230471" sldId="268"/>
            <ac:cxnSpMk id="14" creationId="{66C31D24-6191-E807-67A9-472FA856F2C0}"/>
          </ac:cxnSpMkLst>
        </pc:cxnChg>
      </pc:sldChg>
      <pc:sldChg chg="del">
        <pc:chgData name="Catherine Weathered" userId="58008cf0-5af7-4797-ae7e-003cb9e0b681" providerId="ADAL" clId="{51EB0309-8D2B-4459-AC88-F3A7CC3170E6}" dt="2026-06-10T20:53:22.612" v="1756" actId="47"/>
        <pc:sldMkLst>
          <pc:docMk/>
          <pc:sldMk cId="3906871972" sldId="269"/>
        </pc:sldMkLst>
      </pc:sldChg>
      <pc:sldChg chg="addSp delSp modSp mod">
        <pc:chgData name="Catherine Weathered" userId="58008cf0-5af7-4797-ae7e-003cb9e0b681" providerId="ADAL" clId="{51EB0309-8D2B-4459-AC88-F3A7CC3170E6}" dt="2026-06-10T21:18:31.147" v="2499" actId="164"/>
        <pc:sldMkLst>
          <pc:docMk/>
          <pc:sldMk cId="675785265" sldId="270"/>
        </pc:sldMkLst>
        <pc:spChg chg="del">
          <ac:chgData name="Catherine Weathered" userId="58008cf0-5af7-4797-ae7e-003cb9e0b681" providerId="ADAL" clId="{51EB0309-8D2B-4459-AC88-F3A7CC3170E6}" dt="2026-06-10T20:57:25.286" v="1795" actId="478"/>
          <ac:spMkLst>
            <pc:docMk/>
            <pc:sldMk cId="675785265" sldId="270"/>
            <ac:spMk id="8" creationId="{DA01F8B1-3963-6782-D4C0-B271EC8F679D}"/>
          </ac:spMkLst>
        </pc:spChg>
        <pc:spChg chg="mod">
          <ac:chgData name="Catherine Weathered" userId="58008cf0-5af7-4797-ae7e-003cb9e0b681" providerId="ADAL" clId="{51EB0309-8D2B-4459-AC88-F3A7CC3170E6}" dt="2026-06-10T20:59:01.831" v="1807" actId="1076"/>
          <ac:spMkLst>
            <pc:docMk/>
            <pc:sldMk cId="675785265" sldId="270"/>
            <ac:spMk id="12" creationId="{EBA51EE9-B079-BB2A-BCE9-96A9BB9DB5A5}"/>
          </ac:spMkLst>
        </pc:spChg>
        <pc:spChg chg="del">
          <ac:chgData name="Catherine Weathered" userId="58008cf0-5af7-4797-ae7e-003cb9e0b681" providerId="ADAL" clId="{51EB0309-8D2B-4459-AC88-F3A7CC3170E6}" dt="2026-06-10T20:53:27.487" v="1757" actId="478"/>
          <ac:spMkLst>
            <pc:docMk/>
            <pc:sldMk cId="675785265" sldId="270"/>
            <ac:spMk id="13" creationId="{0AADBAF1-B6FF-E52A-0982-1C1ECB6A4740}"/>
          </ac:spMkLst>
        </pc:spChg>
        <pc:spChg chg="add mod">
          <ac:chgData name="Catherine Weathered" userId="58008cf0-5af7-4797-ae7e-003cb9e0b681" providerId="ADAL" clId="{51EB0309-8D2B-4459-AC88-F3A7CC3170E6}" dt="2026-06-10T21:18:31.147" v="2499" actId="164"/>
          <ac:spMkLst>
            <pc:docMk/>
            <pc:sldMk cId="675785265" sldId="270"/>
            <ac:spMk id="16" creationId="{42FC416D-3B3F-4302-C97F-1935085F7D48}"/>
          </ac:spMkLst>
        </pc:spChg>
        <pc:spChg chg="add mod">
          <ac:chgData name="Catherine Weathered" userId="58008cf0-5af7-4797-ae7e-003cb9e0b681" providerId="ADAL" clId="{51EB0309-8D2B-4459-AC88-F3A7CC3170E6}" dt="2026-06-10T21:18:31.147" v="2499" actId="164"/>
          <ac:spMkLst>
            <pc:docMk/>
            <pc:sldMk cId="675785265" sldId="270"/>
            <ac:spMk id="17" creationId="{158E7F5F-2B6D-CDDD-1CB8-B7ED0A4006F9}"/>
          </ac:spMkLst>
        </pc:spChg>
        <pc:grpChg chg="add mod">
          <ac:chgData name="Catherine Weathered" userId="58008cf0-5af7-4797-ae7e-003cb9e0b681" providerId="ADAL" clId="{51EB0309-8D2B-4459-AC88-F3A7CC3170E6}" dt="2026-06-10T21:18:31.147" v="2499" actId="164"/>
          <ac:grpSpMkLst>
            <pc:docMk/>
            <pc:sldMk cId="675785265" sldId="270"/>
            <ac:grpSpMk id="18" creationId="{2B675084-8311-1918-BC8E-C75DCBEE7FEE}"/>
          </ac:grpSpMkLst>
        </pc:grpChg>
        <pc:picChg chg="add mod">
          <ac:chgData name="Catherine Weathered" userId="58008cf0-5af7-4797-ae7e-003cb9e0b681" providerId="ADAL" clId="{51EB0309-8D2B-4459-AC88-F3A7CC3170E6}" dt="2026-06-10T21:18:31.147" v="2499" actId="164"/>
          <ac:picMkLst>
            <pc:docMk/>
            <pc:sldMk cId="675785265" sldId="270"/>
            <ac:picMk id="15" creationId="{44D63139-EDE9-0794-7B8C-93B0DB3E6A03}"/>
          </ac:picMkLst>
        </pc:picChg>
      </pc:sldChg>
      <pc:sldChg chg="addSp delSp modSp mod">
        <pc:chgData name="Catherine Weathered" userId="58008cf0-5af7-4797-ae7e-003cb9e0b681" providerId="ADAL" clId="{51EB0309-8D2B-4459-AC88-F3A7CC3170E6}" dt="2026-06-10T21:17:42.302" v="2485"/>
        <pc:sldMkLst>
          <pc:docMk/>
          <pc:sldMk cId="3882595382" sldId="271"/>
        </pc:sldMkLst>
        <pc:spChg chg="del">
          <ac:chgData name="Catherine Weathered" userId="58008cf0-5af7-4797-ae7e-003cb9e0b681" providerId="ADAL" clId="{51EB0309-8D2B-4459-AC88-F3A7CC3170E6}" dt="2026-06-10T20:57:58.873" v="1799" actId="478"/>
          <ac:spMkLst>
            <pc:docMk/>
            <pc:sldMk cId="3882595382" sldId="271"/>
            <ac:spMk id="6" creationId="{C17001B4-A641-0171-C568-4049B3859485}"/>
          </ac:spMkLst>
        </pc:spChg>
        <pc:spChg chg="del">
          <ac:chgData name="Catherine Weathered" userId="58008cf0-5af7-4797-ae7e-003cb9e0b681" providerId="ADAL" clId="{51EB0309-8D2B-4459-AC88-F3A7CC3170E6}" dt="2026-06-10T20:57:58.873" v="1799" actId="478"/>
          <ac:spMkLst>
            <pc:docMk/>
            <pc:sldMk cId="3882595382" sldId="271"/>
            <ac:spMk id="8" creationId="{ABEDF530-A779-53DA-A6A5-1B21CF0127CC}"/>
          </ac:spMkLst>
        </pc:spChg>
        <pc:spChg chg="add mod">
          <ac:chgData name="Catherine Weathered" userId="58008cf0-5af7-4797-ae7e-003cb9e0b681" providerId="ADAL" clId="{51EB0309-8D2B-4459-AC88-F3A7CC3170E6}" dt="2026-06-10T21:17:42.302" v="2485"/>
          <ac:spMkLst>
            <pc:docMk/>
            <pc:sldMk cId="3882595382" sldId="271"/>
            <ac:spMk id="11" creationId="{DE3B582C-FC1C-1B14-CF69-CDD27BBEA3C6}"/>
          </ac:spMkLst>
        </pc:spChg>
        <pc:picChg chg="add mod">
          <ac:chgData name="Catherine Weathered" userId="58008cf0-5af7-4797-ae7e-003cb9e0b681" providerId="ADAL" clId="{51EB0309-8D2B-4459-AC88-F3A7CC3170E6}" dt="2026-06-10T20:57:54.915" v="1798" actId="1076"/>
          <ac:picMkLst>
            <pc:docMk/>
            <pc:sldMk cId="3882595382" sldId="271"/>
            <ac:picMk id="10" creationId="{BEEECBC6-6712-7261-B928-0418355167C5}"/>
          </ac:picMkLst>
        </pc:picChg>
      </pc:sldChg>
      <pc:sldChg chg="addSp delSp modSp mod">
        <pc:chgData name="Catherine Weathered" userId="58008cf0-5af7-4797-ae7e-003cb9e0b681" providerId="ADAL" clId="{51EB0309-8D2B-4459-AC88-F3A7CC3170E6}" dt="2026-06-10T21:36:41.693" v="3060" actId="14100"/>
        <pc:sldMkLst>
          <pc:docMk/>
          <pc:sldMk cId="3217075266" sldId="272"/>
        </pc:sldMkLst>
        <pc:spChg chg="mod">
          <ac:chgData name="Catherine Weathered" userId="58008cf0-5af7-4797-ae7e-003cb9e0b681" providerId="ADAL" clId="{51EB0309-8D2B-4459-AC88-F3A7CC3170E6}" dt="2026-06-10T20:59:30.206" v="1853" actId="20577"/>
          <ac:spMkLst>
            <pc:docMk/>
            <pc:sldMk cId="3217075266" sldId="272"/>
            <ac:spMk id="2" creationId="{36460614-A19E-750A-D860-304A1BBE5D02}"/>
          </ac:spMkLst>
        </pc:spChg>
        <pc:spChg chg="del">
          <ac:chgData name="Catherine Weathered" userId="58008cf0-5af7-4797-ae7e-003cb9e0b681" providerId="ADAL" clId="{51EB0309-8D2B-4459-AC88-F3A7CC3170E6}" dt="2026-06-10T20:59:34.591" v="1854" actId="478"/>
          <ac:spMkLst>
            <pc:docMk/>
            <pc:sldMk cId="3217075266" sldId="272"/>
            <ac:spMk id="6" creationId="{548FD2CA-D6A2-5E2B-137B-A9ABDC5E56B5}"/>
          </ac:spMkLst>
        </pc:spChg>
        <pc:spChg chg="add mod">
          <ac:chgData name="Catherine Weathered" userId="58008cf0-5af7-4797-ae7e-003cb9e0b681" providerId="ADAL" clId="{51EB0309-8D2B-4459-AC88-F3A7CC3170E6}" dt="2026-06-10T21:16:58.519" v="2481" actId="1038"/>
          <ac:spMkLst>
            <pc:docMk/>
            <pc:sldMk cId="3217075266" sldId="272"/>
            <ac:spMk id="13" creationId="{4A10FBF8-F7E2-0515-DEA8-AB5CEB146ED8}"/>
          </ac:spMkLst>
        </pc:spChg>
        <pc:picChg chg="add mod">
          <ac:chgData name="Catherine Weathered" userId="58008cf0-5af7-4797-ae7e-003cb9e0b681" providerId="ADAL" clId="{51EB0309-8D2B-4459-AC88-F3A7CC3170E6}" dt="2026-06-10T21:36:41.693" v="3060" actId="14100"/>
          <ac:picMkLst>
            <pc:docMk/>
            <pc:sldMk cId="3217075266" sldId="272"/>
            <ac:picMk id="10" creationId="{CAEFEAB9-4041-0384-F7B5-4B70F5E8E07B}"/>
          </ac:picMkLst>
        </pc:picChg>
        <pc:picChg chg="add mod">
          <ac:chgData name="Catherine Weathered" userId="58008cf0-5af7-4797-ae7e-003cb9e0b681" providerId="ADAL" clId="{51EB0309-8D2B-4459-AC88-F3A7CC3170E6}" dt="2026-06-10T21:36:41.226" v="3059" actId="1076"/>
          <ac:picMkLst>
            <pc:docMk/>
            <pc:sldMk cId="3217075266" sldId="272"/>
            <ac:picMk id="12" creationId="{1C84AE24-2DB4-C973-35C5-6F6EB5EEFEBE}"/>
          </ac:picMkLst>
        </pc:picChg>
      </pc:sldChg>
      <pc:sldChg chg="del">
        <pc:chgData name="Catherine Weathered" userId="58008cf0-5af7-4797-ae7e-003cb9e0b681" providerId="ADAL" clId="{51EB0309-8D2B-4459-AC88-F3A7CC3170E6}" dt="2026-06-10T21:15:23.573" v="2432" actId="47"/>
        <pc:sldMkLst>
          <pc:docMk/>
          <pc:sldMk cId="873283709" sldId="273"/>
        </pc:sldMkLst>
      </pc:sldChg>
      <pc:sldChg chg="del">
        <pc:chgData name="Catherine Weathered" userId="58008cf0-5af7-4797-ae7e-003cb9e0b681" providerId="ADAL" clId="{51EB0309-8D2B-4459-AC88-F3A7CC3170E6}" dt="2026-06-10T21:15:23.573" v="2432" actId="47"/>
        <pc:sldMkLst>
          <pc:docMk/>
          <pc:sldMk cId="565170139" sldId="274"/>
        </pc:sldMkLst>
      </pc:sldChg>
      <pc:sldChg chg="addSp delSp modSp new mod">
        <pc:chgData name="Catherine Weathered" userId="58008cf0-5af7-4797-ae7e-003cb9e0b681" providerId="ADAL" clId="{51EB0309-8D2B-4459-AC88-F3A7CC3170E6}" dt="2026-06-10T17:26:26.788" v="730" actId="1076"/>
        <pc:sldMkLst>
          <pc:docMk/>
          <pc:sldMk cId="841443650" sldId="275"/>
        </pc:sldMkLst>
        <pc:spChg chg="mod">
          <ac:chgData name="Catherine Weathered" userId="58008cf0-5af7-4797-ae7e-003cb9e0b681" providerId="ADAL" clId="{51EB0309-8D2B-4459-AC88-F3A7CC3170E6}" dt="2026-06-10T17:26:22.442" v="728" actId="20577"/>
          <ac:spMkLst>
            <pc:docMk/>
            <pc:sldMk cId="841443650" sldId="275"/>
            <ac:spMk id="2" creationId="{C35DD9FE-43D6-31A2-5C5A-F0EAE0722E9C}"/>
          </ac:spMkLst>
        </pc:spChg>
        <pc:spChg chg="del">
          <ac:chgData name="Catherine Weathered" userId="58008cf0-5af7-4797-ae7e-003cb9e0b681" providerId="ADAL" clId="{51EB0309-8D2B-4459-AC88-F3A7CC3170E6}" dt="2026-06-10T17:26:17.800" v="705" actId="478"/>
          <ac:spMkLst>
            <pc:docMk/>
            <pc:sldMk cId="841443650" sldId="275"/>
            <ac:spMk id="3" creationId="{DF7A0765-B052-D968-4761-B44586028535}"/>
          </ac:spMkLst>
        </pc:spChg>
        <pc:picChg chg="add mod">
          <ac:chgData name="Catherine Weathered" userId="58008cf0-5af7-4797-ae7e-003cb9e0b681" providerId="ADAL" clId="{51EB0309-8D2B-4459-AC88-F3A7CC3170E6}" dt="2026-06-10T17:26:26.788" v="730" actId="1076"/>
          <ac:picMkLst>
            <pc:docMk/>
            <pc:sldMk cId="841443650" sldId="275"/>
            <ac:picMk id="10" creationId="{DD508245-7152-6A50-326F-5F33FA628CF4}"/>
          </ac:picMkLst>
        </pc:picChg>
        <pc:picChg chg="add mod">
          <ac:chgData name="Catherine Weathered" userId="58008cf0-5af7-4797-ae7e-003cb9e0b681" providerId="ADAL" clId="{51EB0309-8D2B-4459-AC88-F3A7CC3170E6}" dt="2026-06-10T17:26:26.788" v="730" actId="1076"/>
          <ac:picMkLst>
            <pc:docMk/>
            <pc:sldMk cId="841443650" sldId="275"/>
            <ac:picMk id="11" creationId="{FB67EDF5-7324-3779-8F09-D68D217663CA}"/>
          </ac:picMkLst>
        </pc:picChg>
      </pc:sldChg>
      <pc:sldChg chg="addSp delSp modSp new mod">
        <pc:chgData name="Catherine Weathered" userId="58008cf0-5af7-4797-ae7e-003cb9e0b681" providerId="ADAL" clId="{51EB0309-8D2B-4459-AC88-F3A7CC3170E6}" dt="2026-06-10T19:33:32.617" v="1064" actId="20577"/>
        <pc:sldMkLst>
          <pc:docMk/>
          <pc:sldMk cId="298084429" sldId="276"/>
        </pc:sldMkLst>
        <pc:spChg chg="mod">
          <ac:chgData name="Catherine Weathered" userId="58008cf0-5af7-4797-ae7e-003cb9e0b681" providerId="ADAL" clId="{51EB0309-8D2B-4459-AC88-F3A7CC3170E6}" dt="2026-06-10T19:33:32.617" v="1064" actId="20577"/>
          <ac:spMkLst>
            <pc:docMk/>
            <pc:sldMk cId="298084429" sldId="276"/>
            <ac:spMk id="2" creationId="{E1EBAA14-D0AC-5939-1C6A-86D1AD96B562}"/>
          </ac:spMkLst>
        </pc:spChg>
        <pc:spChg chg="del">
          <ac:chgData name="Catherine Weathered" userId="58008cf0-5af7-4797-ae7e-003cb9e0b681" providerId="ADAL" clId="{51EB0309-8D2B-4459-AC88-F3A7CC3170E6}" dt="2026-06-10T19:29:32.076" v="1012" actId="478"/>
          <ac:spMkLst>
            <pc:docMk/>
            <pc:sldMk cId="298084429" sldId="276"/>
            <ac:spMk id="6" creationId="{ABE3615B-B81D-8292-725F-BF828C1D8A40}"/>
          </ac:spMkLst>
        </pc:spChg>
        <pc:spChg chg="del">
          <ac:chgData name="Catherine Weathered" userId="58008cf0-5af7-4797-ae7e-003cb9e0b681" providerId="ADAL" clId="{51EB0309-8D2B-4459-AC88-F3A7CC3170E6}" dt="2026-06-10T19:29:30.046" v="1011" actId="478"/>
          <ac:spMkLst>
            <pc:docMk/>
            <pc:sldMk cId="298084429" sldId="276"/>
            <ac:spMk id="8" creationId="{EEED7C67-8888-93F1-0BB1-38AC30CE17BE}"/>
          </ac:spMkLst>
        </pc:spChg>
        <pc:graphicFrameChg chg="add del mod">
          <ac:chgData name="Catherine Weathered" userId="58008cf0-5af7-4797-ae7e-003cb9e0b681" providerId="ADAL" clId="{51EB0309-8D2B-4459-AC88-F3A7CC3170E6}" dt="2026-06-10T17:33:46.040" v="781" actId="478"/>
          <ac:graphicFrameMkLst>
            <pc:docMk/>
            <pc:sldMk cId="298084429" sldId="276"/>
            <ac:graphicFrameMk id="9" creationId="{F47C7AA9-1D53-28B7-7CC7-2ED21B0FB8E1}"/>
          </ac:graphicFrameMkLst>
        </pc:graphicFrameChg>
        <pc:graphicFrameChg chg="add mod modGraphic">
          <ac:chgData name="Catherine Weathered" userId="58008cf0-5af7-4797-ae7e-003cb9e0b681" providerId="ADAL" clId="{51EB0309-8D2B-4459-AC88-F3A7CC3170E6}" dt="2026-06-10T19:33:24.350" v="1021" actId="1076"/>
          <ac:graphicFrameMkLst>
            <pc:docMk/>
            <pc:sldMk cId="298084429" sldId="276"/>
            <ac:graphicFrameMk id="10" creationId="{5554D7E3-5BEB-8C07-6BB1-3CDF36DF564C}"/>
          </ac:graphicFrameMkLst>
        </pc:graphicFrameChg>
      </pc:sldChg>
      <pc:sldChg chg="addSp delSp modSp add mod ord">
        <pc:chgData name="Catherine Weathered" userId="58008cf0-5af7-4797-ae7e-003cb9e0b681" providerId="ADAL" clId="{51EB0309-8D2B-4459-AC88-F3A7CC3170E6}" dt="2026-06-11T18:57:20.757" v="3861" actId="20577"/>
        <pc:sldMkLst>
          <pc:docMk/>
          <pc:sldMk cId="1060395597" sldId="277"/>
        </pc:sldMkLst>
        <pc:spChg chg="mod">
          <ac:chgData name="Catherine Weathered" userId="58008cf0-5af7-4797-ae7e-003cb9e0b681" providerId="ADAL" clId="{51EB0309-8D2B-4459-AC88-F3A7CC3170E6}" dt="2026-06-10T20:28:11.765" v="1449" actId="20577"/>
          <ac:spMkLst>
            <pc:docMk/>
            <pc:sldMk cId="1060395597" sldId="277"/>
            <ac:spMk id="2" creationId="{0C2E277A-8046-114D-949E-1418C03FA7C0}"/>
          </ac:spMkLst>
        </pc:spChg>
        <pc:spChg chg="add">
          <ac:chgData name="Catherine Weathered" userId="58008cf0-5af7-4797-ae7e-003cb9e0b681" providerId="ADAL" clId="{51EB0309-8D2B-4459-AC88-F3A7CC3170E6}" dt="2026-06-10T21:03:22.578" v="1985"/>
          <ac:spMkLst>
            <pc:docMk/>
            <pc:sldMk cId="1060395597" sldId="277"/>
            <ac:spMk id="6" creationId="{D60B9365-055A-E899-7056-F219CE501B75}"/>
          </ac:spMkLst>
        </pc:spChg>
        <pc:graphicFrameChg chg="mod modGraphic">
          <ac:chgData name="Catherine Weathered" userId="58008cf0-5af7-4797-ae7e-003cb9e0b681" providerId="ADAL" clId="{51EB0309-8D2B-4459-AC88-F3A7CC3170E6}" dt="2026-06-11T18:57:20.757" v="3861" actId="20577"/>
          <ac:graphicFrameMkLst>
            <pc:docMk/>
            <pc:sldMk cId="1060395597" sldId="277"/>
            <ac:graphicFrameMk id="10" creationId="{5B62FCCE-EC69-5541-692B-EFBDC740F17A}"/>
          </ac:graphicFrameMkLst>
        </pc:graphicFrameChg>
        <pc:picChg chg="add del mod">
          <ac:chgData name="Catherine Weathered" userId="58008cf0-5af7-4797-ae7e-003cb9e0b681" providerId="ADAL" clId="{51EB0309-8D2B-4459-AC88-F3A7CC3170E6}" dt="2026-06-10T21:03:58.105" v="1993" actId="478"/>
          <ac:picMkLst>
            <pc:docMk/>
            <pc:sldMk cId="1060395597" sldId="277"/>
            <ac:picMk id="9" creationId="{0FDE08AA-0717-FB89-3CA7-F77D2D3B51CC}"/>
          </ac:picMkLst>
        </pc:picChg>
      </pc:sldChg>
      <pc:sldChg chg="delSp add del mod">
        <pc:chgData name="Catherine Weathered" userId="58008cf0-5af7-4797-ae7e-003cb9e0b681" providerId="ADAL" clId="{51EB0309-8D2B-4459-AC88-F3A7CC3170E6}" dt="2026-06-10T21:18:41.496" v="2500" actId="2696"/>
        <pc:sldMkLst>
          <pc:docMk/>
          <pc:sldMk cId="1788171870" sldId="278"/>
        </pc:sldMkLst>
        <pc:graphicFrameChg chg="del">
          <ac:chgData name="Catherine Weathered" userId="58008cf0-5af7-4797-ae7e-003cb9e0b681" providerId="ADAL" clId="{51EB0309-8D2B-4459-AC88-F3A7CC3170E6}" dt="2026-06-10T20:28:31.183" v="1451" actId="21"/>
          <ac:graphicFrameMkLst>
            <pc:docMk/>
            <pc:sldMk cId="1788171870" sldId="278"/>
            <ac:graphicFrameMk id="10" creationId="{1AD06CC3-7E03-01E6-683E-2FAB0D259F9E}"/>
          </ac:graphicFrameMkLst>
        </pc:graphicFrameChg>
      </pc:sldChg>
      <pc:sldChg chg="addSp delSp modSp new mod">
        <pc:chgData name="Catherine Weathered" userId="58008cf0-5af7-4797-ae7e-003cb9e0b681" providerId="ADAL" clId="{51EB0309-8D2B-4459-AC88-F3A7CC3170E6}" dt="2026-06-10T21:17:39.350" v="2484"/>
        <pc:sldMkLst>
          <pc:docMk/>
          <pc:sldMk cId="2870301660" sldId="279"/>
        </pc:sldMkLst>
        <pc:spChg chg="mod">
          <ac:chgData name="Catherine Weathered" userId="58008cf0-5af7-4797-ae7e-003cb9e0b681" providerId="ADAL" clId="{51EB0309-8D2B-4459-AC88-F3A7CC3170E6}" dt="2026-06-10T21:01:04.108" v="1895" actId="20577"/>
          <ac:spMkLst>
            <pc:docMk/>
            <pc:sldMk cId="2870301660" sldId="279"/>
            <ac:spMk id="2" creationId="{6C7AF4B3-15F9-7CB4-21FC-CFAD4080F117}"/>
          </ac:spMkLst>
        </pc:spChg>
        <pc:spChg chg="add mod">
          <ac:chgData name="Catherine Weathered" userId="58008cf0-5af7-4797-ae7e-003cb9e0b681" providerId="ADAL" clId="{51EB0309-8D2B-4459-AC88-F3A7CC3170E6}" dt="2026-06-10T21:15:17.994" v="2431" actId="20577"/>
          <ac:spMkLst>
            <pc:docMk/>
            <pc:sldMk cId="2870301660" sldId="279"/>
            <ac:spMk id="11" creationId="{F3CB4FEE-A44F-A350-2CB3-257D9A36A322}"/>
          </ac:spMkLst>
        </pc:spChg>
        <pc:spChg chg="add mod">
          <ac:chgData name="Catherine Weathered" userId="58008cf0-5af7-4797-ae7e-003cb9e0b681" providerId="ADAL" clId="{51EB0309-8D2B-4459-AC88-F3A7CC3170E6}" dt="2026-06-10T21:16:05.672" v="2474" actId="164"/>
          <ac:spMkLst>
            <pc:docMk/>
            <pc:sldMk cId="2870301660" sldId="279"/>
            <ac:spMk id="12" creationId="{5047CCEA-85D8-4C4D-610A-426840D638D8}"/>
          </ac:spMkLst>
        </pc:spChg>
        <pc:spChg chg="add mod">
          <ac:chgData name="Catherine Weathered" userId="58008cf0-5af7-4797-ae7e-003cb9e0b681" providerId="ADAL" clId="{51EB0309-8D2B-4459-AC88-F3A7CC3170E6}" dt="2026-06-10T21:16:05.672" v="2474" actId="164"/>
          <ac:spMkLst>
            <pc:docMk/>
            <pc:sldMk cId="2870301660" sldId="279"/>
            <ac:spMk id="13" creationId="{CDEF79E6-B01F-B623-E07B-ACBBB2BCBAE4}"/>
          </ac:spMkLst>
        </pc:spChg>
        <pc:spChg chg="add del">
          <ac:chgData name="Catherine Weathered" userId="58008cf0-5af7-4797-ae7e-003cb9e0b681" providerId="ADAL" clId="{51EB0309-8D2B-4459-AC88-F3A7CC3170E6}" dt="2026-06-10T21:17:32.780" v="2483" actId="22"/>
          <ac:spMkLst>
            <pc:docMk/>
            <pc:sldMk cId="2870301660" sldId="279"/>
            <ac:spMk id="16" creationId="{1CF348B2-9258-A6FC-B1DE-F8CAF966FD2E}"/>
          </ac:spMkLst>
        </pc:spChg>
        <pc:spChg chg="add mod">
          <ac:chgData name="Catherine Weathered" userId="58008cf0-5af7-4797-ae7e-003cb9e0b681" providerId="ADAL" clId="{51EB0309-8D2B-4459-AC88-F3A7CC3170E6}" dt="2026-06-10T21:17:39.350" v="2484"/>
          <ac:spMkLst>
            <pc:docMk/>
            <pc:sldMk cId="2870301660" sldId="279"/>
            <ac:spMk id="17" creationId="{2F342C26-8C33-7F1E-A923-13DD6D445F5B}"/>
          </ac:spMkLst>
        </pc:spChg>
        <pc:grpChg chg="add mod">
          <ac:chgData name="Catherine Weathered" userId="58008cf0-5af7-4797-ae7e-003cb9e0b681" providerId="ADAL" clId="{51EB0309-8D2B-4459-AC88-F3A7CC3170E6}" dt="2026-06-10T21:16:05.672" v="2474" actId="164"/>
          <ac:grpSpMkLst>
            <pc:docMk/>
            <pc:sldMk cId="2870301660" sldId="279"/>
            <ac:grpSpMk id="14" creationId="{0289D79E-2769-9A83-8FC3-76A93A2747F7}"/>
          </ac:grpSpMkLst>
        </pc:grpChg>
        <pc:picChg chg="add del mod modCrop">
          <ac:chgData name="Catherine Weathered" userId="58008cf0-5af7-4797-ae7e-003cb9e0b681" providerId="ADAL" clId="{51EB0309-8D2B-4459-AC88-F3A7CC3170E6}" dt="2026-06-10T21:16:05.672" v="2474" actId="164"/>
          <ac:picMkLst>
            <pc:docMk/>
            <pc:sldMk cId="2870301660" sldId="279"/>
            <ac:picMk id="9" creationId="{702FAA25-A4D3-C28B-D1FE-18AE40476E63}"/>
          </ac:picMkLst>
        </pc:picChg>
        <pc:picChg chg="add del mod">
          <ac:chgData name="Catherine Weathered" userId="58008cf0-5af7-4797-ae7e-003cb9e0b681" providerId="ADAL" clId="{51EB0309-8D2B-4459-AC88-F3A7CC3170E6}" dt="2026-06-10T21:01:09.374" v="1899" actId="478"/>
          <ac:picMkLst>
            <pc:docMk/>
            <pc:sldMk cId="2870301660" sldId="279"/>
            <ac:picMk id="10" creationId="{E3727914-4C2C-B272-AC94-5D56A06AAB2D}"/>
          </ac:picMkLst>
        </pc:picChg>
      </pc:sldChg>
      <pc:sldChg chg="addSp modSp new mod">
        <pc:chgData name="Catherine Weathered" userId="58008cf0-5af7-4797-ae7e-003cb9e0b681" providerId="ADAL" clId="{51EB0309-8D2B-4459-AC88-F3A7CC3170E6}" dt="2026-06-11T16:03:29.566" v="3137" actId="403"/>
        <pc:sldMkLst>
          <pc:docMk/>
          <pc:sldMk cId="3124893958" sldId="280"/>
        </pc:sldMkLst>
        <pc:spChg chg="mod">
          <ac:chgData name="Catherine Weathered" userId="58008cf0-5af7-4797-ae7e-003cb9e0b681" providerId="ADAL" clId="{51EB0309-8D2B-4459-AC88-F3A7CC3170E6}" dt="2026-06-10T21:04:04.567" v="2013" actId="20577"/>
          <ac:spMkLst>
            <pc:docMk/>
            <pc:sldMk cId="3124893958" sldId="280"/>
            <ac:spMk id="2" creationId="{398AE854-57DE-A499-B922-DFA02F1653A2}"/>
          </ac:spMkLst>
        </pc:spChg>
        <pc:graphicFrameChg chg="add modGraphic">
          <ac:chgData name="Catherine Weathered" userId="58008cf0-5af7-4797-ae7e-003cb9e0b681" providerId="ADAL" clId="{51EB0309-8D2B-4459-AC88-F3A7CC3170E6}" dt="2026-06-11T16:03:29.566" v="3137" actId="403"/>
          <ac:graphicFrameMkLst>
            <pc:docMk/>
            <pc:sldMk cId="3124893958" sldId="280"/>
            <ac:graphicFrameMk id="11" creationId="{B08CA6F1-34D5-DA07-9265-CF7361F1BE52}"/>
          </ac:graphicFrameMkLst>
        </pc:graphicFrameChg>
        <pc:picChg chg="add mod">
          <ac:chgData name="Catherine Weathered" userId="58008cf0-5af7-4797-ae7e-003cb9e0b681" providerId="ADAL" clId="{51EB0309-8D2B-4459-AC88-F3A7CC3170E6}" dt="2026-06-10T21:12:26.684" v="2035" actId="408"/>
          <ac:picMkLst>
            <pc:docMk/>
            <pc:sldMk cId="3124893958" sldId="280"/>
            <ac:picMk id="10" creationId="{B16A3C47-1905-D520-93D8-E6912C1BF37E}"/>
          </ac:picMkLst>
        </pc:picChg>
        <pc:picChg chg="add mod">
          <ac:chgData name="Catherine Weathered" userId="58008cf0-5af7-4797-ae7e-003cb9e0b681" providerId="ADAL" clId="{51EB0309-8D2B-4459-AC88-F3A7CC3170E6}" dt="2026-06-10T21:06:38.823" v="2033" actId="554"/>
          <ac:picMkLst>
            <pc:docMk/>
            <pc:sldMk cId="3124893958" sldId="280"/>
            <ac:picMk id="13" creationId="{2BD9514E-0F2E-44C0-BE83-191F5479A19D}"/>
          </ac:picMkLst>
        </pc:picChg>
        <pc:picChg chg="add mod">
          <ac:chgData name="Catherine Weathered" userId="58008cf0-5af7-4797-ae7e-003cb9e0b681" providerId="ADAL" clId="{51EB0309-8D2B-4459-AC88-F3A7CC3170E6}" dt="2026-06-10T21:06:38.823" v="2033" actId="554"/>
          <ac:picMkLst>
            <pc:docMk/>
            <pc:sldMk cId="3124893958" sldId="280"/>
            <ac:picMk id="15" creationId="{0EAE95B3-0BFF-5797-54FF-4D1D17EC358A}"/>
          </ac:picMkLst>
        </pc:picChg>
      </pc:sldChg>
      <pc:sldChg chg="addSp modSp add mod">
        <pc:chgData name="Catherine Weathered" userId="58008cf0-5af7-4797-ae7e-003cb9e0b681" providerId="ADAL" clId="{51EB0309-8D2B-4459-AC88-F3A7CC3170E6}" dt="2026-06-10T21:25:34.873" v="3056" actId="20577"/>
        <pc:sldMkLst>
          <pc:docMk/>
          <pc:sldMk cId="41145457" sldId="281"/>
        </pc:sldMkLst>
        <pc:spChg chg="add mod">
          <ac:chgData name="Catherine Weathered" userId="58008cf0-5af7-4797-ae7e-003cb9e0b681" providerId="ADAL" clId="{51EB0309-8D2B-4459-AC88-F3A7CC3170E6}" dt="2026-06-10T21:25:34.873" v="3056" actId="20577"/>
          <ac:spMkLst>
            <pc:docMk/>
            <pc:sldMk cId="41145457" sldId="281"/>
            <ac:spMk id="6" creationId="{480F1E9F-B0EC-C188-0B3E-2E1223B800A9}"/>
          </ac:spMkLst>
        </pc:spChg>
        <pc:graphicFrameChg chg="mod modGraphic">
          <ac:chgData name="Catherine Weathered" userId="58008cf0-5af7-4797-ae7e-003cb9e0b681" providerId="ADAL" clId="{51EB0309-8D2B-4459-AC88-F3A7CC3170E6}" dt="2026-06-10T21:25:02.768" v="3000" actId="207"/>
          <ac:graphicFrameMkLst>
            <pc:docMk/>
            <pc:sldMk cId="41145457" sldId="281"/>
            <ac:graphicFrameMk id="10" creationId="{E0DA2D26-A9FC-7791-28CF-3064AF5861D8}"/>
          </ac:graphicFrameMkLst>
        </pc:graphicFrameChg>
      </pc:sldChg>
      <pc:sldChg chg="addSp delSp modSp add mod">
        <pc:chgData name="Catherine Weathered" userId="58008cf0-5af7-4797-ae7e-003cb9e0b681" providerId="ADAL" clId="{51EB0309-8D2B-4459-AC88-F3A7CC3170E6}" dt="2026-06-10T21:37:22.356" v="3076" actId="478"/>
        <pc:sldMkLst>
          <pc:docMk/>
          <pc:sldMk cId="3698420945" sldId="282"/>
        </pc:sldMkLst>
        <pc:spChg chg="mod">
          <ac:chgData name="Catherine Weathered" userId="58008cf0-5af7-4797-ae7e-003cb9e0b681" providerId="ADAL" clId="{51EB0309-8D2B-4459-AC88-F3A7CC3170E6}" dt="2026-06-10T21:36:54.953" v="3070" actId="20577"/>
          <ac:spMkLst>
            <pc:docMk/>
            <pc:sldMk cId="3698420945" sldId="282"/>
            <ac:spMk id="2" creationId="{D79D7552-6347-4924-D97C-8F21F31DB9BC}"/>
          </ac:spMkLst>
        </pc:spChg>
        <pc:spChg chg="del">
          <ac:chgData name="Catherine Weathered" userId="58008cf0-5af7-4797-ae7e-003cb9e0b681" providerId="ADAL" clId="{51EB0309-8D2B-4459-AC88-F3A7CC3170E6}" dt="2026-06-10T21:37:22.356" v="3076" actId="478"/>
          <ac:spMkLst>
            <pc:docMk/>
            <pc:sldMk cId="3698420945" sldId="282"/>
            <ac:spMk id="8" creationId="{DEB13029-40FD-FC86-DF02-4AA7320B7D1B}"/>
          </ac:spMkLst>
        </pc:spChg>
        <pc:picChg chg="add mod">
          <ac:chgData name="Catherine Weathered" userId="58008cf0-5af7-4797-ae7e-003cb9e0b681" providerId="ADAL" clId="{51EB0309-8D2B-4459-AC88-F3A7CC3170E6}" dt="2026-06-10T21:37:19.678" v="3075" actId="1076"/>
          <ac:picMkLst>
            <pc:docMk/>
            <pc:sldMk cId="3698420945" sldId="282"/>
            <ac:picMk id="9" creationId="{53482AE3-4419-FA0F-135D-852520292233}"/>
          </ac:picMkLst>
        </pc:picChg>
        <pc:picChg chg="del">
          <ac:chgData name="Catherine Weathered" userId="58008cf0-5af7-4797-ae7e-003cb9e0b681" providerId="ADAL" clId="{51EB0309-8D2B-4459-AC88-F3A7CC3170E6}" dt="2026-06-10T21:36:56.709" v="3071" actId="478"/>
          <ac:picMkLst>
            <pc:docMk/>
            <pc:sldMk cId="3698420945" sldId="282"/>
            <ac:picMk id="10" creationId="{8984AA17-625B-7AE4-96C6-3B3DB5D8975A}"/>
          </ac:picMkLst>
        </pc:picChg>
        <pc:picChg chg="del">
          <ac:chgData name="Catherine Weathered" userId="58008cf0-5af7-4797-ae7e-003cb9e0b681" providerId="ADAL" clId="{51EB0309-8D2B-4459-AC88-F3A7CC3170E6}" dt="2026-06-10T21:36:57.807" v="3072" actId="478"/>
          <ac:picMkLst>
            <pc:docMk/>
            <pc:sldMk cId="3698420945" sldId="282"/>
            <ac:picMk id="12" creationId="{32A913F6-9EF3-919B-7EED-EA84ACEC9A76}"/>
          </ac:picMkLst>
        </pc:picChg>
      </pc:sldChg>
      <pc:sldChg chg="new">
        <pc:chgData name="Catherine Weathered" userId="58008cf0-5af7-4797-ae7e-003cb9e0b681" providerId="ADAL" clId="{51EB0309-8D2B-4459-AC88-F3A7CC3170E6}" dt="2026-06-11T16:04:28.457" v="3139" actId="680"/>
        <pc:sldMkLst>
          <pc:docMk/>
          <pc:sldMk cId="1920809909" sldId="283"/>
        </pc:sldMkLst>
      </pc:sldChg>
      <pc:sldChg chg="modSp new del mod">
        <pc:chgData name="Catherine Weathered" userId="58008cf0-5af7-4797-ae7e-003cb9e0b681" providerId="ADAL" clId="{51EB0309-8D2B-4459-AC88-F3A7CC3170E6}" dt="2026-06-11T16:04:45.779" v="3153" actId="2696"/>
        <pc:sldMkLst>
          <pc:docMk/>
          <pc:sldMk cId="1844030699" sldId="284"/>
        </pc:sldMkLst>
        <pc:spChg chg="mod">
          <ac:chgData name="Catherine Weathered" userId="58008cf0-5af7-4797-ae7e-003cb9e0b681" providerId="ADAL" clId="{51EB0309-8D2B-4459-AC88-F3A7CC3170E6}" dt="2026-06-11T16:04:41.029" v="3151" actId="20577"/>
          <ac:spMkLst>
            <pc:docMk/>
            <pc:sldMk cId="1844030699" sldId="284"/>
            <ac:spMk id="2" creationId="{559E1574-4805-6CCD-2F04-A863148465F4}"/>
          </ac:spMkLst>
        </pc:spChg>
      </pc:sldChg>
      <pc:sldChg chg="addSp modSp new mod">
        <pc:chgData name="Catherine Weathered" userId="58008cf0-5af7-4797-ae7e-003cb9e0b681" providerId="ADAL" clId="{51EB0309-8D2B-4459-AC88-F3A7CC3170E6}" dt="2026-06-11T16:32:41.332" v="3659" actId="20577"/>
        <pc:sldMkLst>
          <pc:docMk/>
          <pc:sldMk cId="608363869" sldId="285"/>
        </pc:sldMkLst>
        <pc:spChg chg="mod">
          <ac:chgData name="Catherine Weathered" userId="58008cf0-5af7-4797-ae7e-003cb9e0b681" providerId="ADAL" clId="{51EB0309-8D2B-4459-AC88-F3A7CC3170E6}" dt="2026-06-11T16:04:48.266" v="3163" actId="20577"/>
          <ac:spMkLst>
            <pc:docMk/>
            <pc:sldMk cId="608363869" sldId="285"/>
            <ac:spMk id="2" creationId="{F421616E-CDFB-2487-FAA0-BFD9146C3FA8}"/>
          </ac:spMkLst>
        </pc:spChg>
        <pc:spChg chg="mod">
          <ac:chgData name="Catherine Weathered" userId="58008cf0-5af7-4797-ae7e-003cb9e0b681" providerId="ADAL" clId="{51EB0309-8D2B-4459-AC88-F3A7CC3170E6}" dt="2026-06-11T16:32:41.332" v="3659" actId="20577"/>
          <ac:spMkLst>
            <pc:docMk/>
            <pc:sldMk cId="608363869" sldId="285"/>
            <ac:spMk id="3" creationId="{8EA4EBB6-A6D3-3757-A458-281BD744B0F9}"/>
          </ac:spMkLst>
        </pc:spChg>
        <pc:spChg chg="add mod">
          <ac:chgData name="Catherine Weathered" userId="58008cf0-5af7-4797-ae7e-003cb9e0b681" providerId="ADAL" clId="{51EB0309-8D2B-4459-AC88-F3A7CC3170E6}" dt="2026-06-11T16:32:25.282" v="3638" actId="1076"/>
          <ac:spMkLst>
            <pc:docMk/>
            <pc:sldMk cId="608363869" sldId="285"/>
            <ac:spMk id="11" creationId="{953D639C-2495-16FB-0A54-7C10525750DD}"/>
          </ac:spMkLst>
        </pc:spChg>
        <pc:graphicFrameChg chg="add mod modGraphic">
          <ac:chgData name="Catherine Weathered" userId="58008cf0-5af7-4797-ae7e-003cb9e0b681" providerId="ADAL" clId="{51EB0309-8D2B-4459-AC88-F3A7CC3170E6}" dt="2026-06-11T16:31:51.805" v="3628" actId="404"/>
          <ac:graphicFrameMkLst>
            <pc:docMk/>
            <pc:sldMk cId="608363869" sldId="285"/>
            <ac:graphicFrameMk id="10" creationId="{3072664F-C57D-5528-A909-1A55F641DA30}"/>
          </ac:graphicFrameMkLst>
        </pc:graphicFrameChg>
      </pc:sldChg>
      <pc:sldChg chg="addSp modSp new mod">
        <pc:chgData name="Catherine Weathered" userId="58008cf0-5af7-4797-ae7e-003cb9e0b681" providerId="ADAL" clId="{51EB0309-8D2B-4459-AC88-F3A7CC3170E6}" dt="2026-06-11T16:33:05.519" v="3696" actId="20577"/>
        <pc:sldMkLst>
          <pc:docMk/>
          <pc:sldMk cId="4045169204" sldId="286"/>
        </pc:sldMkLst>
        <pc:spChg chg="mod">
          <ac:chgData name="Catherine Weathered" userId="58008cf0-5af7-4797-ae7e-003cb9e0b681" providerId="ADAL" clId="{51EB0309-8D2B-4459-AC88-F3A7CC3170E6}" dt="2026-06-11T16:23:36.627" v="3481" actId="20577"/>
          <ac:spMkLst>
            <pc:docMk/>
            <pc:sldMk cId="4045169204" sldId="286"/>
            <ac:spMk id="2" creationId="{2D607A77-69C9-12A4-8EAC-361ED4CF1EC6}"/>
          </ac:spMkLst>
        </pc:spChg>
        <pc:spChg chg="mod">
          <ac:chgData name="Catherine Weathered" userId="58008cf0-5af7-4797-ae7e-003cb9e0b681" providerId="ADAL" clId="{51EB0309-8D2B-4459-AC88-F3A7CC3170E6}" dt="2026-06-11T16:33:05.519" v="3696" actId="20577"/>
          <ac:spMkLst>
            <pc:docMk/>
            <pc:sldMk cId="4045169204" sldId="286"/>
            <ac:spMk id="3" creationId="{2FD07EB2-D7B1-DFB2-6E62-54EB7196D1C7}"/>
          </ac:spMkLst>
        </pc:spChg>
        <pc:picChg chg="add mod">
          <ac:chgData name="Catherine Weathered" userId="58008cf0-5af7-4797-ae7e-003cb9e0b681" providerId="ADAL" clId="{51EB0309-8D2B-4459-AC88-F3A7CC3170E6}" dt="2026-06-11T16:23:08.221" v="3473" actId="14100"/>
          <ac:picMkLst>
            <pc:docMk/>
            <pc:sldMk cId="4045169204" sldId="286"/>
            <ac:picMk id="3074" creationId="{FD754020-CA19-6A04-696A-A6D470A52D02}"/>
          </ac:picMkLst>
        </pc:picChg>
      </pc:sldChg>
      <pc:sldChg chg="addSp delSp modSp new mod">
        <pc:chgData name="Catherine Weathered" userId="58008cf0-5af7-4797-ae7e-003cb9e0b681" providerId="ADAL" clId="{51EB0309-8D2B-4459-AC88-F3A7CC3170E6}" dt="2026-06-11T16:36:09.295" v="3846" actId="1076"/>
        <pc:sldMkLst>
          <pc:docMk/>
          <pc:sldMk cId="281060161" sldId="287"/>
        </pc:sldMkLst>
        <pc:spChg chg="del">
          <ac:chgData name="Catherine Weathered" userId="58008cf0-5af7-4797-ae7e-003cb9e0b681" providerId="ADAL" clId="{51EB0309-8D2B-4459-AC88-F3A7CC3170E6}" dt="2026-06-11T16:33:36.489" v="3698" actId="478"/>
          <ac:spMkLst>
            <pc:docMk/>
            <pc:sldMk cId="281060161" sldId="287"/>
            <ac:spMk id="3" creationId="{ED74E2E5-E68A-568E-F6F8-C6D371BA74DA}"/>
          </ac:spMkLst>
        </pc:spChg>
        <pc:spChg chg="add mod">
          <ac:chgData name="Catherine Weathered" userId="58008cf0-5af7-4797-ae7e-003cb9e0b681" providerId="ADAL" clId="{51EB0309-8D2B-4459-AC88-F3A7CC3170E6}" dt="2026-06-11T16:33:55.201" v="3705" actId="1076"/>
          <ac:spMkLst>
            <pc:docMk/>
            <pc:sldMk cId="281060161" sldId="287"/>
            <ac:spMk id="11" creationId="{E517ED30-2140-1756-0525-3EBDF487708D}"/>
          </ac:spMkLst>
        </pc:spChg>
        <pc:graphicFrameChg chg="add mod modGraphic">
          <ac:chgData name="Catherine Weathered" userId="58008cf0-5af7-4797-ae7e-003cb9e0b681" providerId="ADAL" clId="{51EB0309-8D2B-4459-AC88-F3A7CC3170E6}" dt="2026-06-11T16:36:09.295" v="3846" actId="1076"/>
          <ac:graphicFrameMkLst>
            <pc:docMk/>
            <pc:sldMk cId="281060161" sldId="287"/>
            <ac:graphicFrameMk id="10" creationId="{E759654E-0275-9174-89D2-358E648D3CF0}"/>
          </ac:graphicFrameMkLst>
        </pc:graphicFrame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Book1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Sheet1!$B$1:$B$40</cx:f>
        <cx:lvl ptCount="40" formatCode="0%">
          <cx:pt idx="0">0.96999999999999997</cx:pt>
          <cx:pt idx="1">0.96999999999999997</cx:pt>
          <cx:pt idx="2">1.01</cx:pt>
          <cx:pt idx="3">1</cx:pt>
          <cx:pt idx="4">0.96999999999999997</cx:pt>
          <cx:pt idx="5">1.01</cx:pt>
          <cx:pt idx="6">0.96999999999999997</cx:pt>
          <cx:pt idx="7">0.98999999999999999</cx:pt>
          <cx:pt idx="8">0.98999999999999999</cx:pt>
          <cx:pt idx="9">0</cx:pt>
          <cx:pt idx="10">0.96999999999999997</cx:pt>
          <cx:pt idx="11">0.96999999999999997</cx:pt>
          <cx:pt idx="12">1.01</cx:pt>
          <cx:pt idx="13">1</cx:pt>
          <cx:pt idx="14">0.96999999999999997</cx:pt>
          <cx:pt idx="15">1.01</cx:pt>
          <cx:pt idx="16">0.96999999999999997</cx:pt>
          <cx:pt idx="17">0.98999999999999999</cx:pt>
          <cx:pt idx="18">0.98999999999999999</cx:pt>
          <cx:pt idx="19">0</cx:pt>
          <cx:pt idx="20">0.95999999999999996</cx:pt>
          <cx:pt idx="21">0</cx:pt>
          <cx:pt idx="22">0.97999999999999998</cx:pt>
          <cx:pt idx="23">0.48999999999999999</cx:pt>
          <cx:pt idx="24">0.51000000000000001</cx:pt>
          <cx:pt idx="25">0.63</cx:pt>
          <cx:pt idx="26">0.68999999999999995</cx:pt>
          <cx:pt idx="27">0.98999999999999999</cx:pt>
          <cx:pt idx="28">0.97999999999999998</cx:pt>
          <cx:pt idx="29">0.64000000000000001</cx:pt>
          <cx:pt idx="30">0.98999999999999999</cx:pt>
          <cx:pt idx="31">0</cx:pt>
          <cx:pt idx="32">0</cx:pt>
          <cx:pt idx="33">0.95999999999999996</cx:pt>
          <cx:pt idx="34">0.98999999999999999</cx:pt>
          <cx:pt idx="35">0</cx:pt>
          <cx:pt idx="36">0.96999999999999997</cx:pt>
          <cx:pt idx="37">0.97999999999999998</cx:pt>
          <cx:pt idx="38">0.34999999999999998</cx:pt>
          <cx:pt idx="39">0.96999999999999997</cx:pt>
        </cx:lvl>
      </cx:numDim>
    </cx:data>
  </cx:chartData>
  <cx:chart>
    <cx:title pos="t" align="ctr" overlay="0">
      <cx:tx>
        <cx:txData>
          <cx:v>CD39 RO Data (QC'd)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CD39 RO Data (QC'd)</a:t>
          </a:r>
        </a:p>
      </cx:txPr>
    </cx:title>
    <cx:plotArea>
      <cx:plotAreaRegion>
        <cx:series layoutId="clusteredColumn" uniqueId="{6D2F9EDD-59BC-4C68-AECD-41C4099B8696}">
          <cx:dataId val="0"/>
          <cx:layoutPr>
            <cx:binning intervalClosed="r">
              <cx:binSize val="0.10000000000000001"/>
            </cx:binning>
          </cx:layoutPr>
        </cx:series>
      </cx:plotAreaRegion>
      <cx:axis id="0">
        <cx:catScaling gapWidth="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600"/>
            </a:pPr>
            <a:endParaRPr lang="en-US" sz="600" b="0" i="0" u="none" strike="noStrike" baseline="0">
              <a:solidFill>
                <a:srgbClr val="3C4447">
                  <a:lumMod val="65000"/>
                  <a:lumOff val="35000"/>
                </a:srgbClr>
              </a:solidFill>
              <a:latin typeface="Arial"/>
            </a:endParaRPr>
          </a:p>
        </cx:txPr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FFC00-E1E8-4A6D-B139-E73D75887A98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F39E2-71C5-48CF-8443-DE74507B3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cmt</a:t>
            </a:r>
            <a:r>
              <a:rPr lang="en-US" dirty="0"/>
              <a:t> vs 2 </a:t>
            </a:r>
            <a:r>
              <a:rPr lang="en-US" dirty="0" err="1"/>
              <a:t>cmt</a:t>
            </a:r>
            <a:r>
              <a:rPr lang="en-US" dirty="0"/>
              <a:t>, including etas vs not, MM exploration no etas for 1 and 2 CMT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39E2-71C5-48CF-8443-DE74507B3E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3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988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41DAC-80ED-DDC6-8DFD-93869F84BF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313" y="5213746"/>
            <a:ext cx="10999788" cy="492443"/>
          </a:xfrm>
        </p:spPr>
        <p:txBody>
          <a:bodyPr wrap="square" lIns="0" tIns="0" rIns="0" bIns="0" rtlCol="0" anchor="t">
            <a:noAutofit/>
          </a:bodyPr>
          <a:lstStyle>
            <a:lvl1pPr>
              <a:defRPr lang="de-DE" dirty="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413338"/>
            <a:ext cx="10999788" cy="2031325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br>
              <a:rPr lang="en-US"/>
            </a:br>
            <a:r>
              <a:rPr lang="en-US"/>
              <a:t>three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 userDrawn="1"/>
        </p:nvSpPr>
        <p:spPr bwMode="gray">
          <a:xfrm>
            <a:off x="595313" y="4662488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44E313EC-B126-DEDC-EDF4-9647A1A02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313" y="5706189"/>
            <a:ext cx="10999788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1400" smtClean="0"/>
            </a:lvl1pPr>
          </a:lstStyle>
          <a:p>
            <a:pPr>
              <a:spcAft>
                <a:spcPts val="600"/>
              </a:spcAft>
            </a:pPr>
            <a:fld id="{79FB383A-4EC4-4084-8E1A-F790886B0B1D}" type="datetime1">
              <a:rPr lang="de-DE" smtClean="0"/>
              <a:t>09.06.2026</a:t>
            </a:fld>
            <a:endParaRPr lang="de-DE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3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804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Agenda,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1987D-890E-4709-9DC0-5F9F7F5C1AC0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835D5A0-AFAB-1FC7-AC6A-99FD71803CA4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95313" y="1636713"/>
            <a:ext cx="10999787" cy="43919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64292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87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751892"/>
            <a:ext cx="10999787" cy="1354217"/>
          </a:xfrm>
        </p:spPr>
        <p:txBody>
          <a:bodyPr vert="horz" wrap="square" lIns="0" tIns="0" rIns="0" bIns="0" rtlCol="0" anchor="b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01. 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 userDrawn="1"/>
        </p:nvSpPr>
        <p:spPr bwMode="gray">
          <a:xfrm>
            <a:off x="595313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0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228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00" y="2751892"/>
            <a:ext cx="10261600" cy="1354217"/>
          </a:xfrm>
        </p:spPr>
        <p:txBody>
          <a:bodyPr vert="horz" wrap="square" lIns="0" tIns="0" rIns="0" bIns="0" rtlCol="0" anchor="t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1483C46-1547-B398-3836-563FA9795586}"/>
              </a:ext>
            </a:extLst>
          </p:cNvPr>
          <p:cNvGrpSpPr/>
          <p:nvPr userDrawn="1"/>
        </p:nvGrpSpPr>
        <p:grpSpPr>
          <a:xfrm rot="10800000">
            <a:off x="576263" y="2875755"/>
            <a:ext cx="561727" cy="533913"/>
            <a:chOff x="1166586" y="1920424"/>
            <a:chExt cx="392256" cy="372834"/>
          </a:xfrm>
          <a:solidFill>
            <a:schemeClr val="accent3"/>
          </a:solidFill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F8E36A08-5933-C631-3863-A306AC2CBCB6}"/>
                </a:ext>
              </a:extLst>
            </p:cNvPr>
            <p:cNvSpPr/>
            <p:nvPr/>
          </p:nvSpPr>
          <p:spPr>
            <a:xfrm>
              <a:off x="1166586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fik 12">
              <a:extLst>
                <a:ext uri="{FF2B5EF4-FFF2-40B4-BE49-F238E27FC236}">
                  <a16:creationId xmlns:a16="http://schemas.microsoft.com/office/drawing/2014/main" id="{ED344319-70F3-C5FE-FCA4-BD7C598C1CC8}"/>
                </a:ext>
              </a:extLst>
            </p:cNvPr>
            <p:cNvSpPr/>
            <p:nvPr/>
          </p:nvSpPr>
          <p:spPr>
            <a:xfrm>
              <a:off x="1382123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83B17192-C909-8F6F-4D24-6D9FD1BA63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3500" y="4485639"/>
            <a:ext cx="10261600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- Name</a:t>
            </a:r>
            <a:endParaRPr lang="en-US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7D3E5DE-0DDD-6454-EBF7-EA6FEA785404}"/>
              </a:ext>
            </a:extLst>
          </p:cNvPr>
          <p:cNvSpPr/>
          <p:nvPr userDrawn="1"/>
        </p:nvSpPr>
        <p:spPr bwMode="gray">
          <a:xfrm>
            <a:off x="1333500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1809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7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4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2"/>
            <a:ext cx="10999787" cy="3468688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1587-01B4-48E4-8B9D-2750BE42BB0C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383092FC-59F3-7242-24B7-F886C083A5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5260777"/>
            <a:ext cx="11596687" cy="767866"/>
          </a:xfrm>
          <a:solidFill>
            <a:schemeClr val="accent1"/>
          </a:solidFill>
          <a:ln>
            <a:noFill/>
          </a:ln>
        </p:spPr>
        <p:txBody>
          <a:bodyPr lIns="144000" tIns="144000" rIns="144000" bIns="144000" anchor="ctr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898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70C8-8C48-44E0-AE61-D703D2700736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45006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07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F94AB66-0C94-9946-8B4C-021BEA3286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0D4684-46D4-C9B5-91B6-2603B9FD47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AC8-6C94-4412-8418-31D29D63BC60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21D5F98-887E-B0BF-B837-36690537CE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High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4BA6-18DF-4C27-B860-5820F2822EF9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bg2"/>
          </a:solidFill>
        </p:spPr>
        <p:txBody>
          <a:bodyPr lIns="144000" tIns="144000" rIns="144000" bIns="144000"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9EBCA0-047E-97AA-379B-3E161C7B35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9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Highlight jung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C1CC9-6925-4236-A295-3BB3C2B67017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accent1"/>
          </a:solidFill>
        </p:spPr>
        <p:txBody>
          <a:bodyPr lIns="144000" tIns="144000" rIns="144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9A8F75-B606-E31A-A801-A1045F5BE8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43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8004-366F-48EB-9C4A-A50717E7A8ED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BD1B71-92E2-2D9C-3BB5-062B38BE83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4495800"/>
            <a:ext cx="11596687" cy="1532843"/>
          </a:xfrm>
          <a:solidFill>
            <a:schemeClr val="bg2"/>
          </a:solidFill>
          <a:ln>
            <a:noFill/>
          </a:ln>
        </p:spPr>
        <p:txBody>
          <a:bodyPr lIns="1584000" tIns="144000" rIns="504000" bIns="144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7FBDB3CA-EABD-6CD5-9BC8-44955058F6A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2747" y="4641073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96C06A-456E-FD84-6846-AAF111BFB6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54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C04DAD-A279-2640-AFDB-8FF9BFE3C3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31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6E161-02CB-454A-B57E-82F421041B11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B73D07D2-EC36-1732-A679-8906AB65B2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5222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63776B5E-308A-90FD-70E5-944E9099E0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0913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9766368E-0C1A-3BF3-0407-A7A18E2CD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4F63356E-40CF-884F-15BD-89CE3363C7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531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34C50B7C-AE5D-07C3-15B1-778B1BBB65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222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CAE41D33-AB15-0196-CAB7-5AE34F50B6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913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37F482C8-4A11-3467-FFA8-66A7AE60D6E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617147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Bildplatzhalter 23">
            <a:extLst>
              <a:ext uri="{FF2B5EF4-FFF2-40B4-BE49-F238E27FC236}">
                <a16:creationId xmlns:a16="http://schemas.microsoft.com/office/drawing/2014/main" id="{496643ED-4164-D815-1460-1322A5C119D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474056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Bildplatzhalter 23">
            <a:extLst>
              <a:ext uri="{FF2B5EF4-FFF2-40B4-BE49-F238E27FC236}">
                <a16:creationId xmlns:a16="http://schemas.microsoft.com/office/drawing/2014/main" id="{93CBE5D5-3968-FEFC-63FD-CB1A4498E2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30968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1BA1BEB0-6612-E281-4242-3FE2479977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22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CEBC-EE96-4599-AE5B-96456BBB67DA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9250" y="1636713"/>
            <a:ext cx="6942751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57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5643-8AF7-4B7C-AB3F-9846402E3C8E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5314" y="1636713"/>
            <a:ext cx="1159668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8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7740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B0F0DB0-4730-589E-1922-752241A485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524625"/>
          </a:xfrm>
          <a:custGeom>
            <a:avLst/>
            <a:gdLst>
              <a:gd name="connsiteX0" fmla="*/ 0 w 12192000"/>
              <a:gd name="connsiteY0" fmla="*/ 0 h 6524625"/>
              <a:gd name="connsiteX1" fmla="*/ 12192000 w 12192000"/>
              <a:gd name="connsiteY1" fmla="*/ 0 h 6524625"/>
              <a:gd name="connsiteX2" fmla="*/ 12192000 w 12192000"/>
              <a:gd name="connsiteY2" fmla="*/ 6524625 h 6524625"/>
              <a:gd name="connsiteX3" fmla="*/ 0 w 12192000"/>
              <a:gd name="connsiteY3" fmla="*/ 6524625 h 65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524625">
                <a:moveTo>
                  <a:pt x="0" y="0"/>
                </a:moveTo>
                <a:lnTo>
                  <a:pt x="12192000" y="0"/>
                </a:lnTo>
                <a:lnTo>
                  <a:pt x="12192000" y="6524625"/>
                </a:lnTo>
                <a:lnTo>
                  <a:pt x="0" y="652462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919828EA-3FAA-849A-6279-B0C347A9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439" y="6622062"/>
            <a:ext cx="581025" cy="138499"/>
          </a:xfrm>
        </p:spPr>
        <p:txBody>
          <a:bodyPr/>
          <a:lstStyle/>
          <a:p>
            <a:fld id="{8325C926-D6BE-4F3F-BD95-AE3F7992B047}" type="datetime1">
              <a:rPr lang="de-DE" smtClean="0"/>
              <a:t>09.06.2026</a:t>
            </a:fld>
            <a:endParaRPr lang="de-DE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7B6BFA94-E65D-A5C2-0D7C-BD3DA07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622062"/>
            <a:ext cx="7286625" cy="138499"/>
          </a:xfrm>
        </p:spPr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D69ECE7-3D60-4F90-0A6B-EB440959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313" y="6622062"/>
            <a:ext cx="243126" cy="138499"/>
          </a:xfrm>
        </p:spPr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866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1696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487F9CFD-F38C-0F96-0E38-11E952A60A8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49250" y="1636713"/>
            <a:ext cx="3196249" cy="213187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78524" y="1636713"/>
            <a:ext cx="361347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7EC2C853-C399-A450-35D0-8881D3C9F3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49250" y="3895210"/>
            <a:ext cx="3196249" cy="213343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162E-72C6-4856-AE72-8CC631503C29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7488AC8-8AF7-A746-B6E9-E921FF74DD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75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9567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1876904"/>
            <a:ext cx="10999788" cy="677108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Thank you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 userDrawn="1"/>
        </p:nvSpPr>
        <p:spPr bwMode="gray">
          <a:xfrm>
            <a:off x="595313" y="2771837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33A2F9E0-2501-3FFA-4B61-0E9BC4F5C9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313" y="3628444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An der Goldgrube 12</a:t>
            </a:r>
            <a:br>
              <a:rPr lang="de-DE"/>
            </a:br>
            <a:r>
              <a:rPr lang="de-DE"/>
              <a:t>55131 Mainz</a:t>
            </a:r>
            <a:br>
              <a:rPr lang="de-DE"/>
            </a:br>
            <a:r>
              <a:rPr lang="de-DE"/>
              <a:t>Germany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1F205135-FEF9-D5BC-41FF-398FCEB3AC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313" y="4430916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T: +49 6131 9084-0</a:t>
            </a:r>
            <a:br>
              <a:rPr lang="de-DE"/>
            </a:br>
            <a:r>
              <a:rPr lang="de-DE"/>
              <a:t>F: +49 6131 9084-2121</a:t>
            </a:r>
            <a:br>
              <a:rPr lang="de-DE"/>
            </a:br>
            <a:r>
              <a:rPr lang="de-DE"/>
              <a:t>M: service@biontech.de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51BBA694-B1B9-241E-8B26-F3DCAF23C2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5313" y="3256858"/>
            <a:ext cx="6037716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BioNTech</a:t>
            </a:r>
          </a:p>
        </p:txBody>
      </p:sp>
    </p:spTree>
    <p:extLst>
      <p:ext uri="{BB962C8B-B14F-4D97-AF65-F5344CB8AC3E}">
        <p14:creationId xmlns:p14="http://schemas.microsoft.com/office/powerpoint/2010/main" val="11186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607E3DE-F279-5E1F-0A87-D72F4FCDC5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393149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1" imgW="592" imgH="591" progId="TCLayout.ActiveDocument.1">
                  <p:embed/>
                </p:oleObj>
              </mc:Choice>
              <mc:Fallback>
                <p:oleObj name="think-cell Folie" r:id="rId21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B607E3DE-F279-5E1F-0A87-D72F4FCD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F2BF5E5C-CAF5-B791-7FC8-985A8E772BCC}"/>
              </a:ext>
            </a:extLst>
          </p:cNvPr>
          <p:cNvSpPr/>
          <p:nvPr userDrawn="1"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AF492F-E891-1FC2-3F25-D55F98B6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313" y="1636713"/>
            <a:ext cx="10999787" cy="43919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A3AE47-140F-0A51-8397-148CDC97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385732"/>
            <a:ext cx="10999787" cy="61555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pic>
        <p:nvPicPr>
          <p:cNvPr id="27" name="Immagine 4" descr="logo.eps">
            <a:extLst>
              <a:ext uri="{FF2B5EF4-FFF2-40B4-BE49-F238E27FC236}">
                <a16:creationId xmlns:a16="http://schemas.microsoft.com/office/drawing/2014/main" id="{6B6BE0B4-FB6D-3DC9-553F-1D1818D7C807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336650" y="6621192"/>
            <a:ext cx="1258451" cy="140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12155-57E8-1650-D851-E4D4DE300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5313" y="6622062"/>
            <a:ext cx="243126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73FB0AF2-78ED-4B1E-B8C2-1E1D13111D3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D2DAC-3B88-7BD0-FB0B-680D7021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39" y="6622062"/>
            <a:ext cx="5810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92224BBF-91E0-4D2D-AFDA-8CE41C17B4DA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764F0B-A60B-07FE-9B87-E4FB3813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0" y="6622062"/>
            <a:ext cx="72866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r>
              <a:rPr lang="de-DE"/>
              <a:t>BioNTech-Template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88BB994-4005-C00E-02D1-D61881B240D6}"/>
              </a:ext>
            </a:extLst>
          </p:cNvPr>
          <p:cNvSpPr txBox="1"/>
          <p:nvPr userDrawn="1"/>
        </p:nvSpPr>
        <p:spPr>
          <a:xfrm>
            <a:off x="8951912" y="6637451"/>
            <a:ext cx="928687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>
              <a:defRPr sz="900">
                <a:solidFill>
                  <a:schemeClr val="accent5"/>
                </a:solidFill>
              </a:defRPr>
            </a:lvl1pPr>
          </a:lstStyle>
          <a:p>
            <a:pPr lvl="0" algn="r"/>
            <a:r>
              <a:rPr lang="en-US" sz="600" i="1">
                <a:solidFill>
                  <a:schemeClr val="bg1"/>
                </a:solidFill>
                <a:latin typeface="+mn-lt"/>
              </a:rPr>
              <a:t>Confidential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3ABB91-AB05-CAB3-8323-6B89AD4D7691}"/>
              </a:ext>
            </a:extLst>
          </p:cNvPr>
          <p:cNvSpPr/>
          <p:nvPr userDrawn="1"/>
        </p:nvSpPr>
        <p:spPr bwMode="gray">
          <a:xfrm>
            <a:off x="595313" y="1095193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418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76" r:id="rId4"/>
    <p:sldLayoutId id="2147483677" r:id="rId5"/>
    <p:sldLayoutId id="2147483650" r:id="rId6"/>
    <p:sldLayoutId id="2147483673" r:id="rId7"/>
    <p:sldLayoutId id="2147483661" r:id="rId8"/>
    <p:sldLayoutId id="2147483662" r:id="rId9"/>
    <p:sldLayoutId id="2147483663" r:id="rId10"/>
    <p:sldLayoutId id="2147483664" r:id="rId11"/>
    <p:sldLayoutId id="2147483667" r:id="rId12"/>
    <p:sldLayoutId id="2147483668" r:id="rId13"/>
    <p:sldLayoutId id="2147483669" r:id="rId14"/>
    <p:sldLayoutId id="2147483674" r:id="rId15"/>
    <p:sldLayoutId id="2147483675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23900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9017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73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pos="7310" userDrawn="1">
          <p15:clr>
            <a:srgbClr val="F26B43"/>
          </p15:clr>
        </p15:guide>
        <p15:guide id="4" orient="horz" pos="3800" userDrawn="1">
          <p15:clr>
            <a:srgbClr val="F26B43"/>
          </p15:clr>
        </p15:guide>
        <p15:guide id="5" pos="3840" userDrawn="1">
          <p15:clr>
            <a:srgbClr val="C35EA4"/>
          </p15:clr>
        </p15:guide>
        <p15:guide id="6" orient="horz" pos="2414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biontechglobal.sharepoint.com/:p:/r/sites/msteams_14d346-CPMx/Freigegebene%20Dokumente/CPMx/BNT_PMX/BNT317/2.%20BNT317%2001%20popPK%20model%20fitting%20Mar2026/slides/317%20PK%20Summary%20Slides.pptx?d=w85a4d60d1092426fa3f92e96ec7adb5c&amp;csf=1&amp;web=1&amp;e=cqbnAQ&amp;nav=eyJzSWQiOjI2NSwiY0lkIjoyNjM4ODUyMTkyfQ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E266A5E-6607-5F32-943A-F1FD3FD40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6/11/26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414B4C-D377-6836-19F6-278F04EED1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 PK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A2C37-11EB-2459-9541-9D92AF6C08A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9FB383A-4EC4-4084-8E1A-F790886B0B1D}" type="datetime1">
              <a:rPr lang="de-DE" smtClean="0"/>
              <a:t>09.06.2026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147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FDB7-622E-090D-E917-BE3FF8C6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A6A96-C226-2251-E705-849840E5D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18B8-2B02-E3C9-DD1F-5EE8D4BA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CDA9A-1118-C041-E355-F12E48F2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BE0F5-7377-F312-7E4D-61F68A53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1F9940-30FA-79C7-47D6-91AD3C44D9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C8AA9B-3964-C850-FB59-1CBC127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47D128-90BB-B837-29D3-2E746059D9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4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FE1A-50E1-3A4B-53A7-82F1A552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B659-EDC5-B154-EACD-865DC45D8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58DE9-9882-85E5-7E0F-749A5D68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4D4B1-B7AA-E601-F49C-584B77DE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31CD-C288-C614-D4C6-1AC497FA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3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9E8257-4573-DBA3-0189-41F8066A4F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F2A045-DB6A-AA51-AF4A-3275EE2C3A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FF26D9-1794-9F87-2040-CFEC682DD2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9C93-F0D8-CC03-9C94-6BE1E1C8D4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49035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10A9-B9A9-7A04-4F5D-BBACB05F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16468-FD1E-0642-C1F8-ACB6B160A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</a:t>
            </a:r>
          </a:p>
          <a:p>
            <a:r>
              <a:rPr lang="en-US" i="1" dirty="0"/>
              <a:t>BNT317-01-RawClinicalNonCRF-EXT_IQVIA_PK_biontech_20260514053510 1.xlsx</a:t>
            </a:r>
          </a:p>
          <a:p>
            <a:r>
              <a:rPr lang="en-US" i="1" dirty="0"/>
              <a:t>BNT317-01-RawClinicalCRF-EX_biontech_20260515090724.xlsx</a:t>
            </a:r>
          </a:p>
          <a:p>
            <a:r>
              <a:rPr lang="en-US" i="1" dirty="0"/>
              <a:t>BNT317-01-RawClinicalCRF-VSAM_biontech_20260514043654.xlsx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Actual time used for PK and dosing </a:t>
            </a:r>
          </a:p>
          <a:p>
            <a:r>
              <a:rPr lang="en-US" dirty="0"/>
              <a:t>Studies: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BNT317-01/PM1086-A001</a:t>
            </a:r>
          </a:p>
          <a:p>
            <a:r>
              <a:rPr lang="en-US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317 plasma concentration (ng/mL)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Body weight (kg)</a:t>
            </a:r>
          </a:p>
          <a:p>
            <a:pPr marL="463550" lvl="2" indent="-285750"/>
            <a:r>
              <a:rPr lang="en-US" dirty="0"/>
              <a:t>“Day 1 of Cycle 1” bodyweight used when available, if not available “Screening” bodyweight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303D-13DE-5CD1-9B92-BDFADFCE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BA274-40CF-E421-CC64-A4783E28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F8C2-9171-537A-6F35-B7967895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5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4E09D-C13D-0D09-4FA2-3E9EFD459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BE1FFB-B7F3-0F1F-E3D6-3D939543DF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C5D422-C594-B44D-F828-EAC6414E2B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66B4-5DA8-8307-8B1A-DB634D6A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 Sample 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8CE80-F8DE-649E-E0B6-CF38E5B9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6F629-D86F-B712-AACB-0C5819A0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1BEB-E9FE-8FBB-CE82-39C9FD92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6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FDA9F5-9761-BA01-878E-53FAB67649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9812E5-F107-41EC-A4C9-C1F261898B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5E94D0-35A4-FCAD-6B33-3B88E820F0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表格 8">
            <a:extLst>
              <a:ext uri="{FF2B5EF4-FFF2-40B4-BE49-F238E27FC236}">
                <a16:creationId xmlns:a16="http://schemas.microsoft.com/office/drawing/2014/main" id="{C50E916A-3BE7-FB87-5F9E-8B49DF4DB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69155"/>
              </p:ext>
            </p:extLst>
          </p:nvPr>
        </p:nvGraphicFramePr>
        <p:xfrm>
          <a:off x="888242" y="1655597"/>
          <a:ext cx="10413927" cy="26298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776777">
                  <a:extLst>
                    <a:ext uri="{9D8B030D-6E8A-4147-A177-3AD203B41FA5}">
                      <a16:colId xmlns:a16="http://schemas.microsoft.com/office/drawing/2014/main" val="331385452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305059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4956823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7679250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425729198"/>
                    </a:ext>
                  </a:extLst>
                </a:gridCol>
                <a:gridCol w="745150">
                  <a:extLst>
                    <a:ext uri="{9D8B030D-6E8A-4147-A177-3AD203B41FA5}">
                      <a16:colId xmlns:a16="http://schemas.microsoft.com/office/drawing/2014/main" val="23178391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34337148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2134286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3480092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42645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70857816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27008140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Dose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>
                          <a:solidFill>
                            <a:schemeClr val="tx1"/>
                          </a:solidFill>
                          <a:latin typeface="+mj-lt"/>
                        </a:rPr>
                        <a:t>Subjects with PK </a:t>
                      </a:r>
                      <a:r>
                        <a:rPr lang="en-US" altLang="zh-CN" sz="1100" b="1" kern="1200" err="1">
                          <a:solidFill>
                            <a:schemeClr val="tx1"/>
                          </a:solidFill>
                          <a:latin typeface="+mj-lt"/>
                        </a:rPr>
                        <a:t>Data</a:t>
                      </a:r>
                      <a:r>
                        <a:rPr lang="en-US" altLang="zh-CN" sz="1100" b="1" kern="1200" baseline="30000" err="1">
                          <a:solidFill>
                            <a:schemeClr val="tx1"/>
                          </a:solidFill>
                          <a:latin typeface="+mj-lt"/>
                        </a:rPr>
                        <a:t>a</a:t>
                      </a:r>
                      <a:endParaRPr lang="zh-CN" altLang="en-US" sz="1100" b="1" kern="1200" baseline="300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b="1" kern="1200" baseline="300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Total</a:t>
                      </a:r>
                    </a:p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PK</a:t>
                      </a:r>
                    </a:p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Samples</a:t>
                      </a:r>
                      <a:endParaRPr lang="zh-CN" altLang="en-US" sz="1100" b="1" baseline="30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Quantifiable PK Samples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BLQ Samples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960894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Total</a:t>
                      </a:r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Included</a:t>
                      </a:r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Total</a:t>
                      </a:r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Included</a:t>
                      </a:r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Excluded</a:t>
                      </a:r>
                      <a:r>
                        <a:rPr lang="en-US" altLang="zh-CN" sz="1100" b="1" baseline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US" altLang="zh-CN" sz="1100" b="1" baseline="30000">
                          <a:solidFill>
                            <a:schemeClr val="tx1"/>
                          </a:solidFill>
                          <a:latin typeface="+mj-lt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Excluded</a:t>
                      </a:r>
                      <a:r>
                        <a:rPr lang="en-US" altLang="zh-CN" sz="1100" b="1" kern="1200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  <a:r>
                        <a:rPr lang="en-US" altLang="zh-CN" sz="1100" b="1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altLang="zh-CN" sz="11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Pre-Dose</a:t>
                      </a:r>
                      <a:endParaRPr lang="zh-CN" altLang="en-US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latin typeface="+mj-lt"/>
                        </a:rPr>
                        <a:t>Post-Dose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Post-Dose %</a:t>
                      </a:r>
                      <a:r>
                        <a:rPr lang="en-US" altLang="zh-CN" sz="1100" b="1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334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48.2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339778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113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96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96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8.6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856646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600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133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123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119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0.8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156788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1200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59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52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52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1.9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940458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1800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525533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+mj-lt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Q2W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24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335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286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282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763" marR="4763" marT="4763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8.1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3741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AF4FC97-416A-A1EC-E8C4-5F915664760F}"/>
              </a:ext>
            </a:extLst>
          </p:cNvPr>
          <p:cNvSpPr txBox="1"/>
          <p:nvPr/>
        </p:nvSpPr>
        <p:spPr>
          <a:xfrm>
            <a:off x="838439" y="4805076"/>
            <a:ext cx="104139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a: Subjects with at least 1 PK observations besides dosing records.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/>
              <a:t>b:Excluded for pre-dose non-BLQ.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/>
              <a:t>c: Excluded for DFLAG = 9 (mislabeled)</a:t>
            </a:r>
            <a:endParaRPr lang="en-US" altLang="zh-CN" sz="1400" u="sng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/>
              <a:t>d: post-dose BLQ% = (# post-dose BLQ)/(# post-dose BLQ + #Included quantifiable)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066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3D4C-A3DE-1E0E-5AF9-E7A20163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PK EDA Plots – Concentration-Time Profile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F18D7-45EB-FC7C-6A00-56750E46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09.06.2026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EE43E-D50D-78B5-D0AF-0CEE1C72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3F368-EF57-6943-1C1E-9849594A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7</a:t>
            </a:fld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9668C2-523A-D7E8-AE8E-9F3B241966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49281C-3148-1C7D-CF02-C4C29E87E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62" y="1345081"/>
            <a:ext cx="8239288" cy="49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7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A0E3-9802-8C4B-655F-C74E9484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 EDA Plots – Dose-Normalized Concentration-Time Profile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320FA-6C96-9585-3656-78E964DF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70EC-6C9F-F1E3-649A-5363B914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DE88F-43A3-5231-D794-B5D2DC57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8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DF3117-43D3-5D10-B589-38806C5F2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A38659-EC5B-8AB3-9B31-00213D2D15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DA770-48D1-0E07-BDAA-5E0C9C21F6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B0BA72-9868-5649-CD88-ABDA7CF4D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079" y="2060160"/>
            <a:ext cx="5572869" cy="3385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A0B236-C8BE-C088-A001-47DEAAEC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03" y="1913395"/>
            <a:ext cx="5876719" cy="35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05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D9FE-43D6-31A2-5C5A-F0EAE072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Trough Concentrations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D8EFF-2691-173C-B639-09DABCC2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86B23-4E1C-A274-AB5A-C9A7EAB9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DE981-B1E0-D42A-F006-0BB81702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9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EB3BF5-549B-0838-3F8D-CD39070046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15DBD2-5C6B-6317-4FE4-09FC598096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8C19F-AA23-21E9-D58C-5C843D272F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508245-7152-6A50-326F-5F33FA628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999" y="1959393"/>
            <a:ext cx="5352422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67EDF5-7324-3779-8F09-D68D2176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1959393"/>
            <a:ext cx="537882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43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6CAC-13D2-1BED-C82F-DC049C458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 PK Model</a:t>
            </a:r>
          </a:p>
        </p:txBody>
      </p:sp>
    </p:spTree>
    <p:extLst>
      <p:ext uri="{BB962C8B-B14F-4D97-AF65-F5344CB8AC3E}">
        <p14:creationId xmlns:p14="http://schemas.microsoft.com/office/powerpoint/2010/main" val="223069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4800-E197-BD57-30D6-93426A9E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76E4C-811D-9148-063A-1E35CD59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09.06.2026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E871B-6E1C-C5B0-0032-0C01134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6FD5B-0CFD-A837-CF7C-319A7068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11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C71E5-74E5-27B0-F269-C82B705C0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F3C5B3-98D4-F032-2A2E-9E430B0D84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E33C04-53AC-CF98-A89D-C0624EEDA8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9325D72B-117C-137F-A257-C0FBE7591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599521"/>
              </p:ext>
            </p:extLst>
          </p:nvPr>
        </p:nvGraphicFramePr>
        <p:xfrm>
          <a:off x="838439" y="1714458"/>
          <a:ext cx="8878537" cy="3949742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452156">
                  <a:extLst>
                    <a:ext uri="{9D8B030D-6E8A-4147-A177-3AD203B41FA5}">
                      <a16:colId xmlns:a16="http://schemas.microsoft.com/office/drawing/2014/main" val="3579473119"/>
                    </a:ext>
                  </a:extLst>
                </a:gridCol>
                <a:gridCol w="3669713">
                  <a:extLst>
                    <a:ext uri="{9D8B030D-6E8A-4147-A177-3AD203B41FA5}">
                      <a16:colId xmlns:a16="http://schemas.microsoft.com/office/drawing/2014/main" val="3983582490"/>
                    </a:ext>
                  </a:extLst>
                </a:gridCol>
                <a:gridCol w="870994">
                  <a:extLst>
                    <a:ext uri="{9D8B030D-6E8A-4147-A177-3AD203B41FA5}">
                      <a16:colId xmlns:a16="http://schemas.microsoft.com/office/drawing/2014/main" val="191026880"/>
                    </a:ext>
                  </a:extLst>
                </a:gridCol>
                <a:gridCol w="554486">
                  <a:extLst>
                    <a:ext uri="{9D8B030D-6E8A-4147-A177-3AD203B41FA5}">
                      <a16:colId xmlns:a16="http://schemas.microsoft.com/office/drawing/2014/main" val="1582143896"/>
                    </a:ext>
                  </a:extLst>
                </a:gridCol>
                <a:gridCol w="1187260">
                  <a:extLst>
                    <a:ext uri="{9D8B030D-6E8A-4147-A177-3AD203B41FA5}">
                      <a16:colId xmlns:a16="http://schemas.microsoft.com/office/drawing/2014/main" val="3359737695"/>
                    </a:ext>
                  </a:extLst>
                </a:gridCol>
                <a:gridCol w="1187260">
                  <a:extLst>
                    <a:ext uri="{9D8B030D-6E8A-4147-A177-3AD203B41FA5}">
                      <a16:colId xmlns:a16="http://schemas.microsoft.com/office/drawing/2014/main" val="4040741520"/>
                    </a:ext>
                  </a:extLst>
                </a:gridCol>
                <a:gridCol w="956668">
                  <a:extLst>
                    <a:ext uri="{9D8B030D-6E8A-4147-A177-3AD203B41FA5}">
                      <a16:colId xmlns:a16="http://schemas.microsoft.com/office/drawing/2014/main" val="3248882811"/>
                    </a:ext>
                  </a:extLst>
                </a:gridCol>
              </a:tblGrid>
              <a:tr h="501922"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#Subject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#Obs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Minimization</a:t>
                      </a:r>
                      <a:b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Successful?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Covariance</a:t>
                      </a:r>
                      <a:b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Successful?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f-ZA" sz="11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OFV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417784423"/>
                  </a:ext>
                </a:extLst>
              </a:tr>
              <a:tr h="4800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 Proportional error | no IIV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Yes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6104.004</a:t>
                      </a: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481174483"/>
                  </a:ext>
                </a:extLst>
              </a:tr>
              <a:tr h="4800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1CMT - Linear Elimination - Proportional error | IIV on CL and VC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5558.172</a:t>
                      </a: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308959641"/>
                  </a:ext>
                </a:extLst>
              </a:tr>
              <a:tr h="4800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+ MM Elimination - Proportional error | IIV on CL and VC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5558.172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2140846771"/>
                  </a:ext>
                </a:extLst>
              </a:tr>
              <a:tr h="501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Elimination - Proportional error | no IIV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5794.449</a:t>
                      </a: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255246949"/>
                  </a:ext>
                </a:extLst>
              </a:tr>
              <a:tr h="501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2CMT - Linear Elimination - Proportional error | IIV on CL and VC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5557.232</a:t>
                      </a: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218604553"/>
                  </a:ext>
                </a:extLst>
              </a:tr>
              <a:tr h="501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+ MM Elimination - Proportional error | no IIV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5761.03</a:t>
                      </a:r>
                    </a:p>
                  </a:txBody>
                  <a:tcPr marL="4763" marR="4763" marT="4763" anchor="ctr"/>
                </a:tc>
                <a:extLst>
                  <a:ext uri="{0D108BD9-81ED-4DB2-BD59-A6C34878D82A}">
                    <a16:rowId xmlns:a16="http://schemas.microsoft.com/office/drawing/2014/main" val="780955926"/>
                  </a:ext>
                </a:extLst>
              </a:tr>
              <a:tr h="501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+ MM Elimination - Proportional error | IIV on CL and VC</a:t>
                      </a: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282</a:t>
                      </a: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5767.743</a:t>
                      </a:r>
                    </a:p>
                  </a:txBody>
                  <a:tcPr marL="4763" marR="4763" marT="476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20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72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AA14-D0AC-5939-1C6A-86D1AD96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 – Parameter values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73782-4508-F596-35F5-BFD7D462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C01E1-C5DD-B842-3DC0-51FEA8DD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1B957-0774-DEA9-5F21-A95A36C7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12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2EF288-DA8A-F502-6975-321AA6B802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54D7E3-5BEB-8C07-6BB1-3CDF36DF5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704877"/>
              </p:ext>
            </p:extLst>
          </p:nvPr>
        </p:nvGraphicFramePr>
        <p:xfrm>
          <a:off x="948796" y="1368193"/>
          <a:ext cx="10292820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564">
                  <a:extLst>
                    <a:ext uri="{9D8B030D-6E8A-4147-A177-3AD203B41FA5}">
                      <a16:colId xmlns:a16="http://schemas.microsoft.com/office/drawing/2014/main" val="2865891826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4072455453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1564628514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3530153338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495057075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1030079635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1217818043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2257589557"/>
                    </a:ext>
                  </a:extLst>
                </a:gridCol>
                <a:gridCol w="1029282">
                  <a:extLst>
                    <a:ext uri="{9D8B030D-6E8A-4147-A177-3AD203B41FA5}">
                      <a16:colId xmlns:a16="http://schemas.microsoft.com/office/drawing/2014/main" val="2661983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5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0.370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5006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1.612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0.933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0.073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1.644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122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5.259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3.734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4.162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0.256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0.170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43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0.315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0.032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3.529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4.211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65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1289.29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247.303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0.305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225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0.209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6.71E-02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532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 eta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0.026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0.012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0.030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1.48E-02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36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OFV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6104.004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5558.172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5794.449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5557.232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2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8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C7C0-E20A-B56E-48DD-DFE9B2485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0B98-1ED7-DDDC-E42C-6B237A48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 – Parameter values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C3F09-6A06-9161-F2DF-0099ECB0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0B0E4-941C-E200-B4FD-6B888940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22D55-02ED-3FF6-2F44-EC886A51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13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C20BF7-E4F0-A78F-A3B7-C85E2F71A3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DA2D26-A9FC-7791-28CF-3064AF586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291701"/>
              </p:ext>
            </p:extLst>
          </p:nvPr>
        </p:nvGraphicFramePr>
        <p:xfrm>
          <a:off x="335338" y="1449216"/>
          <a:ext cx="600759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518">
                  <a:extLst>
                    <a:ext uri="{9D8B030D-6E8A-4147-A177-3AD203B41FA5}">
                      <a16:colId xmlns:a16="http://schemas.microsoft.com/office/drawing/2014/main" val="2865891826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4072455453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1564628514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3530153338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495057075"/>
                    </a:ext>
                  </a:extLst>
                </a:gridCol>
                <a:gridCol w="621948">
                  <a:extLst>
                    <a:ext uri="{9D8B030D-6E8A-4147-A177-3AD203B41FA5}">
                      <a16:colId xmlns:a16="http://schemas.microsoft.com/office/drawing/2014/main" val="1030079635"/>
                    </a:ext>
                  </a:extLst>
                </a:gridCol>
                <a:gridCol w="579570">
                  <a:extLst>
                    <a:ext uri="{9D8B030D-6E8A-4147-A177-3AD203B41FA5}">
                      <a16:colId xmlns:a16="http://schemas.microsoft.com/office/drawing/2014/main" val="1217818043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2257589557"/>
                    </a:ext>
                  </a:extLst>
                </a:gridCol>
                <a:gridCol w="600759">
                  <a:extLst>
                    <a:ext uri="{9D8B030D-6E8A-4147-A177-3AD203B41FA5}">
                      <a16:colId xmlns:a16="http://schemas.microsoft.com/office/drawing/2014/main" val="2661983911"/>
                    </a:ext>
                  </a:extLst>
                </a:gridCol>
              </a:tblGrid>
              <a:tr h="41431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2CMT - Linear Elimination - Proportional error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3768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57020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Prop.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0.370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5006775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0.065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1.612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0.933</a:t>
                      </a:r>
                      <a:endParaRPr 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0.073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1.644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1224345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5.259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0.230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3.734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4.162</a:t>
                      </a:r>
                      <a:endParaRPr 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0.256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0.170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430117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0.315</a:t>
                      </a:r>
                      <a:endParaRPr 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0.032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3.529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4.211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6549615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1289.3</a:t>
                      </a:r>
                      <a:endParaRPr lang="en-US" sz="11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247.30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0.285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0.305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2252990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CL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0.209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6.71E-02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5324761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V1 eta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0.026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0.012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0.030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1.48E-02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364089"/>
                  </a:ext>
                </a:extLst>
              </a:tr>
              <a:tr h="258501">
                <a:tc>
                  <a:txBody>
                    <a:bodyPr/>
                    <a:lstStyle/>
                    <a:p>
                      <a:r>
                        <a:rPr lang="en-US" sz="1100" dirty="0"/>
                        <a:t>OFV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6104.004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5558.172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5794.449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5557.232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285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0F1E9F-B0EC-C188-0B3E-2E1223B800A9}"/>
              </a:ext>
            </a:extLst>
          </p:cNvPr>
          <p:cNvSpPr txBox="1"/>
          <p:nvPr/>
        </p:nvSpPr>
        <p:spPr>
          <a:xfrm>
            <a:off x="6714067" y="1724628"/>
            <a:ext cx="4964789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/>
              <a:t>Tested several iterations of 1 and 2CMT, with or without IIV, Linear or </a:t>
            </a:r>
            <a:r>
              <a:rPr lang="en-US" sz="1400" dirty="0" err="1"/>
              <a:t>Linear+MM</a:t>
            </a:r>
            <a:r>
              <a:rPr lang="en-US" sz="1400" dirty="0"/>
              <a:t> clearance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Models with Michaelis-Menten dynamics had heuristic problems (not shown here)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Linear dynamics fit data well, no significant improvement in OFV moving to 2CMTs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2CMT models have unrealistic fit values for V2, high error on Q with IIV</a:t>
            </a:r>
          </a:p>
          <a:p>
            <a:pPr algn="l"/>
            <a:endParaRPr lang="en-US" sz="1400" dirty="0"/>
          </a:p>
          <a:p>
            <a:pPr algn="l"/>
            <a:r>
              <a:rPr lang="en-US" sz="1400" b="1" dirty="0"/>
              <a:t>Move forward with 1CMT model + IIV</a:t>
            </a:r>
          </a:p>
        </p:txBody>
      </p:sp>
    </p:spTree>
    <p:extLst>
      <p:ext uri="{BB962C8B-B14F-4D97-AF65-F5344CB8AC3E}">
        <p14:creationId xmlns:p14="http://schemas.microsoft.com/office/powerpoint/2010/main" val="4114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922A-E379-768A-6459-47716FFC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Eta plot for Bodyweight on CL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69967-7633-D610-7C3B-87E59351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64E03-7B37-C916-867C-8AEC8BF4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9C41-7B5E-74EB-CE90-21598C41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14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0E0ACF-7509-384B-3F46-AB5164E6DE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DB1425-AF2C-25AC-D800-E70906AC24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926A36-A150-2798-A395-03ABB6DF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957B44-DC9F-DBBB-753F-83CCBED8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71" y="1475250"/>
            <a:ext cx="4755210" cy="34152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9DCD41-F123-70DB-4BAB-6DF26A613474}"/>
              </a:ext>
            </a:extLst>
          </p:cNvPr>
          <p:cNvSpPr txBox="1"/>
          <p:nvPr/>
        </p:nvSpPr>
        <p:spPr>
          <a:xfrm>
            <a:off x="6960244" y="2922955"/>
            <a:ext cx="454611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Not seeing a strong correlation due to low number of subjects, but will add in anticipation of more trend with more data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Centering at 70kg</a:t>
            </a:r>
          </a:p>
        </p:txBody>
      </p:sp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1AD06CC3-7E03-01E6-683E-2FAB0D259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10578"/>
              </p:ext>
            </p:extLst>
          </p:nvPr>
        </p:nvGraphicFramePr>
        <p:xfrm>
          <a:off x="1799691" y="5298440"/>
          <a:ext cx="7104780" cy="7315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36240">
                  <a:extLst>
                    <a:ext uri="{9D8B030D-6E8A-4147-A177-3AD203B41FA5}">
                      <a16:colId xmlns:a16="http://schemas.microsoft.com/office/drawing/2014/main" val="3455795292"/>
                    </a:ext>
                  </a:extLst>
                </a:gridCol>
                <a:gridCol w="591245">
                  <a:extLst>
                    <a:ext uri="{9D8B030D-6E8A-4147-A177-3AD203B41FA5}">
                      <a16:colId xmlns:a16="http://schemas.microsoft.com/office/drawing/2014/main" val="2417761674"/>
                    </a:ext>
                  </a:extLst>
                </a:gridCol>
                <a:gridCol w="1308355">
                  <a:extLst>
                    <a:ext uri="{9D8B030D-6E8A-4147-A177-3AD203B41FA5}">
                      <a16:colId xmlns:a16="http://schemas.microsoft.com/office/drawing/2014/main" val="3532351056"/>
                    </a:ext>
                  </a:extLst>
                </a:gridCol>
                <a:gridCol w="1943571">
                  <a:extLst>
                    <a:ext uri="{9D8B030D-6E8A-4147-A177-3AD203B41FA5}">
                      <a16:colId xmlns:a16="http://schemas.microsoft.com/office/drawing/2014/main" val="2990155327"/>
                    </a:ext>
                  </a:extLst>
                </a:gridCol>
                <a:gridCol w="1111627">
                  <a:extLst>
                    <a:ext uri="{9D8B030D-6E8A-4147-A177-3AD203B41FA5}">
                      <a16:colId xmlns:a16="http://schemas.microsoft.com/office/drawing/2014/main" val="2519656141"/>
                    </a:ext>
                  </a:extLst>
                </a:gridCol>
                <a:gridCol w="913742">
                  <a:extLst>
                    <a:ext uri="{9D8B030D-6E8A-4147-A177-3AD203B41FA5}">
                      <a16:colId xmlns:a16="http://schemas.microsoft.com/office/drawing/2014/main" val="227002046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+mj-lt"/>
                        </a:rPr>
                        <a:t>Variable</a:t>
                      </a:r>
                      <a:endParaRPr lang="zh-CN" altLang="en-US" sz="12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+mj-lt"/>
                        </a:rPr>
                        <a:t>N</a:t>
                      </a:r>
                      <a:endParaRPr lang="zh-CN" altLang="en-US" sz="12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MEAN_SD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MEDIAN_IQR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MIN_MAX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MISSING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316777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Baseline Weight (kg)</a:t>
                      </a:r>
                      <a:endParaRPr lang="zh-CN" altLang="en-US" sz="1200" b="1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77.00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75.4 (63,88.6)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51.7; 115.3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46035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4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7D99-FAB5-7A54-45D5-1C27A397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277A-8046-114D-949E-1418C03F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 – Adding Bodyweight Covariate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74FBA-BC5A-E2E7-08D8-9E411A7D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7ED25-C87C-7E6B-5708-D459619A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6E12E-834F-6780-F77B-F1133BCB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15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CB217E-7C8C-245E-1E29-1FCC03B33A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62FCCE-EC69-5541-692B-EFBDC740F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968672"/>
              </p:ext>
            </p:extLst>
          </p:nvPr>
        </p:nvGraphicFramePr>
        <p:xfrm>
          <a:off x="754281" y="1356617"/>
          <a:ext cx="10683437" cy="476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857">
                  <a:extLst>
                    <a:ext uri="{9D8B030D-6E8A-4147-A177-3AD203B41FA5}">
                      <a16:colId xmlns:a16="http://schemas.microsoft.com/office/drawing/2014/main" val="2865891826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3530153338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495057075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1030079635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1217818043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2257589557"/>
                    </a:ext>
                  </a:extLst>
                </a:gridCol>
                <a:gridCol w="1335430">
                  <a:extLst>
                    <a:ext uri="{9D8B030D-6E8A-4147-A177-3AD203B41FA5}">
                      <a16:colId xmlns:a16="http://schemas.microsoft.com/office/drawing/2014/main" val="2661983911"/>
                    </a:ext>
                  </a:extLst>
                </a:gridCol>
              </a:tblGrid>
              <a:tr h="119565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standard 0.75 and 1 exponents, respectively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Fit exponents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3768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57020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 dirty="0"/>
                        <a:t>Prop.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0.370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5006775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1.612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0.161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1224345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3.734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3.442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3.581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0.186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430117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 dirty="0"/>
                        <a:t>CL 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6549615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 dirty="0"/>
                        <a:t>V1 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2252990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/>
                        <a:t>CL eta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0.209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5324761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/>
                        <a:t>V1 eta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+mj-lt"/>
                        </a:rPr>
                        <a:t>0.026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0.012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0.022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0.007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0.015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0.008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364089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r>
                        <a:rPr lang="en-US" sz="1600"/>
                        <a:t>OFV</a:t>
                      </a:r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5558.172</a:t>
                      </a:r>
                      <a:endParaRPr lang="en-US" altLang="zh-C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5557.32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5550.659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2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395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E854-57DE-A499-B922-DFA02F16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Eta Plot 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CFDB7-689F-CF32-402B-8278B8E2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CA49F-2A5C-A71C-3777-D8E1BFC2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9C7A8-137D-1994-5153-2E0F91DE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16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91AEE8-84C9-46D7-F63D-EB3E81AE11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C99775-183A-638F-7E81-A5B2B71286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6182D7-DAF0-523E-BCCE-9A308D9C48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6A3C47-1905-D520-93D8-E6912C1BF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130" y="2534801"/>
            <a:ext cx="3446021" cy="22860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8CA6F1-34D5-DA07-9265-CF7361F1B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273004"/>
              </p:ext>
            </p:extLst>
          </p:nvPr>
        </p:nvGraphicFramePr>
        <p:xfrm>
          <a:off x="595313" y="1636713"/>
          <a:ext cx="1099978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595">
                  <a:extLst>
                    <a:ext uri="{9D8B030D-6E8A-4147-A177-3AD203B41FA5}">
                      <a16:colId xmlns:a16="http://schemas.microsoft.com/office/drawing/2014/main" val="2381951367"/>
                    </a:ext>
                  </a:extLst>
                </a:gridCol>
                <a:gridCol w="3666595">
                  <a:extLst>
                    <a:ext uri="{9D8B030D-6E8A-4147-A177-3AD203B41FA5}">
                      <a16:colId xmlns:a16="http://schemas.microsoft.com/office/drawing/2014/main" val="1999388397"/>
                    </a:ext>
                  </a:extLst>
                </a:gridCol>
                <a:gridCol w="3666595">
                  <a:extLst>
                    <a:ext uri="{9D8B030D-6E8A-4147-A177-3AD203B41FA5}">
                      <a16:colId xmlns:a16="http://schemas.microsoft.com/office/drawing/2014/main" val="2818490481"/>
                    </a:ext>
                  </a:extLst>
                </a:gridCol>
              </a:tblGrid>
              <a:tr h="817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standard 0.75 and 1 exponents, respectively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Fit exponents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4488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BD9514E-0F2E-44C0-BE83-191F5479A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76" y="2534801"/>
            <a:ext cx="3441178" cy="2286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AE95B3-0BFF-5797-54FF-4D1D17EC3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389" y="2534801"/>
            <a:ext cx="343073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93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9D63-4CF2-BEBB-72E1-C672FB8A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Structure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0E6B3-A7D9-F8B2-5B36-327F2572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E85F7-DBBB-0E7A-E08B-37327EB4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434D5-F67B-5E98-5738-7BBAC99B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17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CAE1F9-49B7-27C1-131E-AF994BDC47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4C96CA-239E-5A89-5974-A030A0CDFB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3F900-6872-24BB-CE7E-60D8621CBDBC}"/>
              </a:ext>
            </a:extLst>
          </p:cNvPr>
          <p:cNvSpPr txBox="1"/>
          <p:nvPr/>
        </p:nvSpPr>
        <p:spPr>
          <a:xfrm>
            <a:off x="6422025" y="3739519"/>
            <a:ext cx="4601576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One compartment model with Linear Clearance and  IIV on V1 and CL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Proportional Residual Error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Bodyweight covariate on Clearance with standard exponents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Fit exponent &lt;0.5 and non-significant improvement in Fit exponents rules them out for now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343824-127A-9448-65F9-985B63460399}"/>
              </a:ext>
            </a:extLst>
          </p:cNvPr>
          <p:cNvSpPr/>
          <p:nvPr/>
        </p:nvSpPr>
        <p:spPr>
          <a:xfrm>
            <a:off x="7745754" y="1668910"/>
            <a:ext cx="1064871" cy="6155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Central (</a:t>
            </a:r>
            <a:r>
              <a:rPr lang="en-US" sz="1400" u="sng" dirty="0">
                <a:solidFill>
                  <a:schemeClr val="tx1"/>
                </a:solidFill>
              </a:rPr>
              <a:t>V1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94EF47-8A3A-823C-DF94-098629FE540B}"/>
              </a:ext>
            </a:extLst>
          </p:cNvPr>
          <p:cNvCxnSpPr/>
          <p:nvPr/>
        </p:nvCxnSpPr>
        <p:spPr>
          <a:xfrm>
            <a:off x="7905509" y="1409244"/>
            <a:ext cx="0" cy="462987"/>
          </a:xfrm>
          <a:prstGeom prst="straightConnector1">
            <a:avLst/>
          </a:prstGeom>
          <a:ln w="9525">
            <a:solidFill>
              <a:schemeClr val="accent6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C31D24-6191-E807-67A9-472FA856F2C0}"/>
              </a:ext>
            </a:extLst>
          </p:cNvPr>
          <p:cNvCxnSpPr/>
          <p:nvPr/>
        </p:nvCxnSpPr>
        <p:spPr>
          <a:xfrm>
            <a:off x="8682942" y="2186677"/>
            <a:ext cx="0" cy="462987"/>
          </a:xfrm>
          <a:prstGeom prst="straightConnector1">
            <a:avLst/>
          </a:prstGeom>
          <a:ln w="9525">
            <a:solidFill>
              <a:schemeClr val="accent6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853354-0422-1339-0D74-D6D3A9FA0184}"/>
              </a:ext>
            </a:extLst>
          </p:cNvPr>
          <p:cNvSpPr txBox="1"/>
          <p:nvPr/>
        </p:nvSpPr>
        <p:spPr>
          <a:xfrm>
            <a:off x="7628724" y="2364429"/>
            <a:ext cx="77585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/>
              <a:t>Linear </a:t>
            </a:r>
            <a:r>
              <a:rPr lang="en-US" sz="1400" u="sng" dirty="0"/>
              <a:t>CL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1E74BC-7AEB-0D40-A7A4-9803D4C50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5855"/>
              </p:ext>
            </p:extLst>
          </p:nvPr>
        </p:nvGraphicFramePr>
        <p:xfrm>
          <a:off x="438334" y="1409244"/>
          <a:ext cx="5440425" cy="3319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07">
                  <a:extLst>
                    <a:ext uri="{9D8B030D-6E8A-4147-A177-3AD203B41FA5}">
                      <a16:colId xmlns:a16="http://schemas.microsoft.com/office/drawing/2014/main" val="2865891826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3530153338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495057075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1030079635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1217818043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2257589557"/>
                    </a:ext>
                  </a:extLst>
                </a:gridCol>
                <a:gridCol w="680053">
                  <a:extLst>
                    <a:ext uri="{9D8B030D-6E8A-4147-A177-3AD203B41FA5}">
                      <a16:colId xmlns:a16="http://schemas.microsoft.com/office/drawing/2014/main" val="2661983911"/>
                    </a:ext>
                  </a:extLst>
                </a:gridCol>
              </a:tblGrid>
              <a:tr h="85858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IIV on CL and VC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standard 0.75 and 1 exponents, respectively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1CMT - Linear Elimination -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no IIV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Bodyweight covariate on CL, V1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Fit exponents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3768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Est.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stderr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57020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 dirty="0"/>
                        <a:t>Prop.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0.370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5006775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1.612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0.161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1224345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3.734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0.183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3.442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3.581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0.186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9430117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 dirty="0"/>
                        <a:t>CL 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solidFill>
                            <a:schemeClr val="tx1"/>
                          </a:solidFill>
                          <a:latin typeface="+mj-lt"/>
                        </a:rPr>
                        <a:t>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6549615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 dirty="0"/>
                        <a:t>V1 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solidFill>
                            <a:schemeClr val="tx1"/>
                          </a:solidFill>
                          <a:latin typeface="+mj-lt"/>
                        </a:rPr>
                        <a:t>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2252990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/>
                        <a:t>CL eta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0.209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5324761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/>
                        <a:t>V1 eta</a:t>
                      </a:r>
                      <a:endParaRPr lang="en-US" sz="9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0.026</a:t>
                      </a:r>
                      <a:endParaRPr lang="en-US" sz="9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+mj-lt"/>
                        </a:rPr>
                        <a:t>0.012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0.022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0.007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0.015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0.008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364089"/>
                  </a:ext>
                </a:extLst>
              </a:tr>
              <a:tr h="273441">
                <a:tc>
                  <a:txBody>
                    <a:bodyPr/>
                    <a:lstStyle/>
                    <a:p>
                      <a:r>
                        <a:rPr lang="en-US" sz="900"/>
                        <a:t>OFV</a:t>
                      </a:r>
                      <a:endParaRPr lang="en-US" sz="9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5558.172</a:t>
                      </a: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5557.32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5550.659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2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230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A096-3FC5-587A-5FB2-2E61BE6B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Observed vs. Predicted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0CD39-8F3F-41E1-0141-436481E5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971FE-B894-A128-42F0-FB7BDC01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EBD6F-A5A4-0E40-A8D9-6A843A2F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18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C47EE0-3FAD-F428-02CC-37FFAE5931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06B108-E9A6-9B54-206C-8EEAC91D51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A51EE9-B079-BB2A-BCE9-96A9BB9DB5A5}"/>
              </a:ext>
            </a:extLst>
          </p:cNvPr>
          <p:cNvSpPr txBox="1">
            <a:spLocks/>
          </p:cNvSpPr>
          <p:nvPr/>
        </p:nvSpPr>
        <p:spPr>
          <a:xfrm>
            <a:off x="579602" y="5192541"/>
            <a:ext cx="4587710" cy="6155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spcBef>
                <a:spcPts val="12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tabLst>
                <a:tab pos="3998813" algn="r"/>
                <a:tab pos="8229394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377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42971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Arial"/>
                <a:cs typeface="Arial"/>
              </a:rPr>
              <a:t>BNT317 concentration vs PRED (population prediction)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Arial"/>
                <a:cs typeface="Arial"/>
              </a:rPr>
              <a:t>BNT317 </a:t>
            </a:r>
            <a:r>
              <a:rPr lang="en-US" altLang="zh-CN" sz="1400" dirty="0">
                <a:latin typeface="Arial"/>
                <a:cs typeface="Arial"/>
              </a:rPr>
              <a:t>concentration </a:t>
            </a:r>
            <a:r>
              <a:rPr lang="en-US" sz="1400" dirty="0">
                <a:latin typeface="Arial"/>
                <a:cs typeface="Arial"/>
              </a:rPr>
              <a:t>vs IPRED (individual prediction)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675084-8311-1918-BC8E-C75DCBEE7FEE}"/>
              </a:ext>
            </a:extLst>
          </p:cNvPr>
          <p:cNvGrpSpPr/>
          <p:nvPr/>
        </p:nvGrpSpPr>
        <p:grpSpPr>
          <a:xfrm>
            <a:off x="5529809" y="1301522"/>
            <a:ext cx="6032858" cy="4649951"/>
            <a:chOff x="5529809" y="1301522"/>
            <a:chExt cx="6032858" cy="46499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D63139-EDE9-0794-7B8C-93B0DB3E6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9809" y="1301522"/>
              <a:ext cx="6032858" cy="46499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FC416D-3B3F-4302-C97F-1935085F7D48}"/>
                </a:ext>
              </a:extLst>
            </p:cNvPr>
            <p:cNvSpPr txBox="1"/>
            <p:nvPr/>
          </p:nvSpPr>
          <p:spPr>
            <a:xfrm rot="16200000">
              <a:off x="5431537" y="1471600"/>
              <a:ext cx="50174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dirty="0"/>
                <a:t> (ng/mL)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8E7F5F-2B6D-CDDD-1CB8-B7ED0A4006F9}"/>
                </a:ext>
              </a:extLst>
            </p:cNvPr>
            <p:cNvSpPr txBox="1"/>
            <p:nvPr/>
          </p:nvSpPr>
          <p:spPr>
            <a:xfrm rot="16200000">
              <a:off x="5427304" y="3796575"/>
              <a:ext cx="50174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dirty="0"/>
                <a:t> (ng/mL)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5785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4BF9-E9A2-439B-8D24-FCC8FAA6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CWRES/IWRES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ADE0-DC68-1F2D-2FC2-CE9D1356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6AFFB-B1FB-3663-08C9-6AA8B42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91954-B0F2-1FBF-FD9E-BCB8D582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19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DCDB55-2558-F58D-04D5-DBB6B60827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EECBC6-6712-7261-B928-04183551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077" y="611776"/>
            <a:ext cx="6244023" cy="56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9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0614-A19E-750A-D860-304A1BBE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Plots, Title: Subject </a:t>
            </a:r>
            <a:r>
              <a:rPr lang="en-US" dirty="0" err="1"/>
              <a:t>ID_Dose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84925-4F53-7193-2DB7-9DB77754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8A26E-B504-EDEC-F84C-A558EB7D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CE8ED-09EB-7BD0-3A43-2A3C2AA4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20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38F278-FEE4-E95B-BCB2-B8A8388F65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69CEBB-4EDC-5578-1C17-EDB020DA0C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EFEAB9-4041-0384-F7B5-4B70F5E8E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05" y="1578484"/>
            <a:ext cx="5303109" cy="4816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84AE24-2DB4-C973-35C5-6F6EB5EEF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491" y="1851507"/>
            <a:ext cx="5256076" cy="45433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10FBF8-F7E2-0515-DEA8-AB5CEB146ED8}"/>
              </a:ext>
            </a:extLst>
          </p:cNvPr>
          <p:cNvSpPr txBox="1"/>
          <p:nvPr/>
        </p:nvSpPr>
        <p:spPr>
          <a:xfrm rot="16200000">
            <a:off x="-509061" y="3664179"/>
            <a:ext cx="177933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/>
              <a:t>Concentration (ng/mL)</a:t>
            </a:r>
          </a:p>
        </p:txBody>
      </p:sp>
    </p:spTree>
    <p:extLst>
      <p:ext uri="{BB962C8B-B14F-4D97-AF65-F5344CB8AC3E}">
        <p14:creationId xmlns:p14="http://schemas.microsoft.com/office/powerpoint/2010/main" val="3217075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D0B2E-009F-9EE7-0780-C9C7B793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7552-6347-4924-D97C-8F21F31D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Plots, Title: Subject </a:t>
            </a:r>
            <a:r>
              <a:rPr lang="en-US" dirty="0" err="1"/>
              <a:t>ID_Dose</a:t>
            </a:r>
            <a:r>
              <a:rPr lang="en-US" dirty="0"/>
              <a:t> (</a:t>
            </a:r>
            <a:r>
              <a:rPr lang="en-US" dirty="0" err="1"/>
              <a:t>con’t</a:t>
            </a:r>
            <a:r>
              <a:rPr lang="en-US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E01E3-1B53-75CC-C339-715305FB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9D8C7-0443-D82C-D545-19B3BFC4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EEF4A-1497-07A1-A632-D3B9C218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21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C71F95-A8E1-73E0-D7A4-6FBFDC87E1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F7221-7EA0-0E3A-A5C0-AB8AB2D21F84}"/>
              </a:ext>
            </a:extLst>
          </p:cNvPr>
          <p:cNvSpPr txBox="1"/>
          <p:nvPr/>
        </p:nvSpPr>
        <p:spPr>
          <a:xfrm rot="16200000">
            <a:off x="-509061" y="3664179"/>
            <a:ext cx="177933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/>
              <a:t>Concentration (ng/mL)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2AE3-4419-FA0F-135D-85252029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3" y="1409244"/>
            <a:ext cx="5292087" cy="489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2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F4B3-15F9-7CB4-21FC-CFAD4080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70 mg Patient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18853-0D38-47EF-405A-C5D99192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605-6250-4880-BE03-0299E01E1A2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B8062-FA9A-90F4-32E0-2004882A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E7995-E5EB-A43D-E24E-F5F87018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22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D04998-67BF-9992-1B62-8ADBDA3987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F9B14F-814F-685F-69F2-D9ECD8989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DE8846-F8F7-CAB7-266E-ADAE821FDB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3CB4FEE-A44F-A350-2CB3-257D9A36A322}"/>
              </a:ext>
            </a:extLst>
          </p:cNvPr>
          <p:cNvSpPr txBox="1">
            <a:spLocks/>
          </p:cNvSpPr>
          <p:nvPr/>
        </p:nvSpPr>
        <p:spPr>
          <a:xfrm>
            <a:off x="5167312" y="2097855"/>
            <a:ext cx="6148388" cy="299450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spcBef>
                <a:spcPts val="12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tabLst>
                <a:tab pos="3998813" algn="r"/>
                <a:tab pos="8229394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377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42971" indent="-228594" algn="l" defTabSz="914377" rtl="0" eaLnBrk="1" latinLnBrk="0" hangingPunct="1">
              <a:spcBef>
                <a:spcPts val="600"/>
              </a:spcBef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>
                <a:latin typeface="Arial"/>
                <a:cs typeface="Arial"/>
              </a:rPr>
              <a:t>70 mg patient not captured well by any iteration of model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Arial"/>
                <a:cs typeface="Arial"/>
              </a:rPr>
              <a:t>Hesitant to exclude them because most lower RO data is in this dose, but may need to in the future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89D79E-2769-9A83-8FC3-76A93A2747F7}"/>
              </a:ext>
            </a:extLst>
          </p:cNvPr>
          <p:cNvGrpSpPr/>
          <p:nvPr/>
        </p:nvGrpSpPr>
        <p:grpSpPr>
          <a:xfrm>
            <a:off x="366780" y="1990847"/>
            <a:ext cx="3706477" cy="3304454"/>
            <a:chOff x="366780" y="1990847"/>
            <a:chExt cx="3706477" cy="33044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2FAA25-A4D3-C28B-D1FE-18AE40476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4796" r="64137"/>
            <a:stretch>
              <a:fillRect/>
            </a:stretch>
          </p:blipFill>
          <p:spPr>
            <a:xfrm>
              <a:off x="366780" y="1990847"/>
              <a:ext cx="3706477" cy="3304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47CCEA-85D8-4C4D-610A-426840D638D8}"/>
                </a:ext>
              </a:extLst>
            </p:cNvPr>
            <p:cNvSpPr txBox="1"/>
            <p:nvPr/>
          </p:nvSpPr>
          <p:spPr>
            <a:xfrm>
              <a:off x="1930400" y="4984636"/>
              <a:ext cx="93750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 dirty="0"/>
                <a:t>Time (days)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EF79E6-B01F-B623-E07B-ACBBB2BCBAE4}"/>
                </a:ext>
              </a:extLst>
            </p:cNvPr>
            <p:cNvSpPr txBox="1"/>
            <p:nvPr/>
          </p:nvSpPr>
          <p:spPr>
            <a:xfrm rot="16200000">
              <a:off x="-402075" y="3321277"/>
              <a:ext cx="177933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 dirty="0"/>
                <a:t>Concentration (ng/mL)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30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428B-EFCE-F545-345F-99362A61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0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616E-CDFB-2487-FAA0-BFD9146C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4EBB6-A6D3-3757-A458-281BD744B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Effects model with 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Received some </a:t>
            </a:r>
            <a:r>
              <a:rPr lang="en-US" dirty="0" err="1"/>
              <a:t>QC’d</a:t>
            </a:r>
            <a:r>
              <a:rPr lang="en-US" dirty="0"/>
              <a:t> CD39 RO data and all PD1 RO data</a:t>
            </a:r>
          </a:p>
          <a:p>
            <a:pPr marL="463550" lvl="2" indent="-285750"/>
            <a:r>
              <a:rPr lang="en-US" dirty="0"/>
              <a:t>CD39 </a:t>
            </a:r>
            <a:r>
              <a:rPr lang="en-US" dirty="0" err="1"/>
              <a:t>QC’d</a:t>
            </a:r>
            <a:r>
              <a:rPr lang="en-US" dirty="0"/>
              <a:t> data includes 40 datapoints across 7 patients (3 pts at 200mg, 2 at each 600mg, and 1200mg)</a:t>
            </a:r>
          </a:p>
          <a:p>
            <a:pPr marL="463550" lvl="2" indent="-285750"/>
            <a:endParaRPr lang="en-US" dirty="0"/>
          </a:p>
          <a:p>
            <a:pPr marL="171450" lvl="1" indent="-171450"/>
            <a:r>
              <a:rPr lang="en-US" sz="1400" dirty="0"/>
              <a:t>Safety ER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Not enough events?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r>
              <a:rPr lang="en-US" sz="1400" dirty="0"/>
              <a:t>ADA considerations?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8971-5F35-2459-4043-B4E177FC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2AA9D-462D-94A3-574F-54F30EA8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DB03-2CCC-D664-245A-40242C36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24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614FD4-B948-7B49-ED3F-7047DADFE4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5B988A-5C17-E5F6-D535-3D4E663A7E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1A7EDC-C4C5-82FB-E6BC-A195A9BE16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3072664F-C57D-5528-A909-1A55F641DA3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58463224"/>
                  </p:ext>
                </p:extLst>
              </p:nvPr>
            </p:nvGraphicFramePr>
            <p:xfrm>
              <a:off x="8508733" y="1636712"/>
              <a:ext cx="2760846" cy="179228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3072664F-C57D-5528-A909-1A55F641DA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8733" y="1636712"/>
                <a:ext cx="2760846" cy="1792288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53D639C-2495-16FB-0A54-7C10525750DD}"/>
              </a:ext>
            </a:extLst>
          </p:cNvPr>
          <p:cNvSpPr txBox="1"/>
          <p:nvPr/>
        </p:nvSpPr>
        <p:spPr>
          <a:xfrm>
            <a:off x="9709619" y="3336666"/>
            <a:ext cx="35907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50" dirty="0"/>
              <a:t>RO %</a:t>
            </a:r>
          </a:p>
        </p:txBody>
      </p:sp>
    </p:spTree>
    <p:extLst>
      <p:ext uri="{BB962C8B-B14F-4D97-AF65-F5344CB8AC3E}">
        <p14:creationId xmlns:p14="http://schemas.microsoft.com/office/powerpoint/2010/main" val="608363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7A77-69C9-12A4-8EAC-361ED4CF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7EB2-D7B1-DFB2-6E62-54EB7196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5575" y="1636713"/>
            <a:ext cx="4289525" cy="4391930"/>
          </a:xfrm>
        </p:spPr>
        <p:txBody>
          <a:bodyPr/>
          <a:lstStyle/>
          <a:p>
            <a:r>
              <a:rPr lang="en-US" dirty="0"/>
              <a:t>August – DL5 data expected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safety ER (if sufficient events)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Deliver model (mid?) September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2A260-0E31-982C-9B32-DCD8F0BC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24774-7FEA-3397-0DE8-4A3ED1DA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BB48C-5AF3-1732-53BB-B8C3618C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25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78DB10-8EE6-73F7-E3CB-F2AEFCAF4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36C768-5DBF-A45F-6546-ABEFAB0B6B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0CFBE1-9C4A-E9B3-6807-F75944F11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754020-CA19-6A04-696A-A6D470A52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806575"/>
            <a:ext cx="6171247" cy="294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169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3EA4-2624-AD02-2CED-227C1FA1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E72FE-3952-7FB3-44FF-A0EBF121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B445-E14B-473C-A0D4-C160210417E3}" type="datetime1">
              <a:rPr lang="de-DE" smtClean="0"/>
              <a:t>11.06.2026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2163D-734D-56A6-572D-EB8F68F7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BioNTech-Template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1DB1-BDA8-F6A2-C56D-B72248B2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B0AF2-78ED-4B1E-B8C2-1E1D13111D37}" type="slidenum">
              <a:rPr lang="de-DE" smtClean="0"/>
              <a:t>26</a:t>
            </a:fld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20B5E3-8A6C-132A-4C9D-F18BEF9E89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33A67-0F36-E6DE-DA98-07E9892C24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533B2C-7FF5-384C-E359-2168606A13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759654E-0275-9174-89D2-358E648D3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695346"/>
              </p:ext>
            </p:extLst>
          </p:nvPr>
        </p:nvGraphicFramePr>
        <p:xfrm>
          <a:off x="595313" y="331500"/>
          <a:ext cx="10834687" cy="5895709"/>
        </p:xfrm>
        <a:graphic>
          <a:graphicData uri="http://schemas.openxmlformats.org/drawingml/2006/table">
            <a:tbl>
              <a:tblPr/>
              <a:tblGrid>
                <a:gridCol w="1247094">
                  <a:extLst>
                    <a:ext uri="{9D8B030D-6E8A-4147-A177-3AD203B41FA5}">
                      <a16:colId xmlns:a16="http://schemas.microsoft.com/office/drawing/2014/main" val="2283823641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471360221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407612216"/>
                    </a:ext>
                  </a:extLst>
                </a:gridCol>
                <a:gridCol w="1565503">
                  <a:extLst>
                    <a:ext uri="{9D8B030D-6E8A-4147-A177-3AD203B41FA5}">
                      <a16:colId xmlns:a16="http://schemas.microsoft.com/office/drawing/2014/main" val="3644697705"/>
                    </a:ext>
                  </a:extLst>
                </a:gridCol>
                <a:gridCol w="1972355">
                  <a:extLst>
                    <a:ext uri="{9D8B030D-6E8A-4147-A177-3AD203B41FA5}">
                      <a16:colId xmlns:a16="http://schemas.microsoft.com/office/drawing/2014/main" val="3489372259"/>
                    </a:ext>
                  </a:extLst>
                </a:gridCol>
                <a:gridCol w="1972355">
                  <a:extLst>
                    <a:ext uri="{9D8B030D-6E8A-4147-A177-3AD203B41FA5}">
                      <a16:colId xmlns:a16="http://schemas.microsoft.com/office/drawing/2014/main" val="1380409525"/>
                    </a:ext>
                  </a:extLst>
                </a:gridCol>
              </a:tblGrid>
              <a:tr h="197764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Stage​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Analysis Step​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Data needed​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Estimated Time 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Outputs​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Status​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386033"/>
                  </a:ext>
                </a:extLst>
              </a:tr>
              <a:tr h="1319605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Stage 1a​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600mg data​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1. Data assembly + EDA​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bioanalytical PK​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actual measurement times​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Bodyweight​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dosing information​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through </a:t>
                      </a:r>
                      <a:r>
                        <a:rPr lang="en-US" sz="1100" b="0" i="0">
                          <a:solidFill>
                            <a:srgbClr val="181010"/>
                          </a:solidFill>
                          <a:effectLst/>
                          <a:latin typeface="Arial" panose="020B0604020202020204" pitchFamily="34" charset="0"/>
                        </a:rPr>
                        <a:t>600</a:t>
                      </a: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mg dose​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 week​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Data through 22Jan26​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70mg – 1 patient​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200 – 7 patients​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600 – 3 patients​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11 total patients, 136 obs.​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EDA here: </a:t>
                      </a:r>
                      <a:r>
                        <a:rPr lang="en-US" sz="1400" b="0" i="0" u="sng" strike="noStrike">
                          <a:solidFill>
                            <a:srgbClr val="BECD32"/>
                          </a:solidFill>
                          <a:effectLst/>
                          <a:latin typeface="Arial" panose="020B0604020202020204" pitchFamily="34" charset="0"/>
                          <a:hlinkClick r:id="rId2"/>
                        </a:rPr>
                        <a:t>317 PK Summary Slides.pptx</a:t>
                      </a: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Complete​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058672"/>
                  </a:ext>
                </a:extLst>
              </a:tr>
              <a:tr h="109674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Stage 2​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1200mg data (DL4)​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1-3. </a:t>
                      </a:r>
                      <a:r>
                        <a:rPr lang="en-US" sz="1400" b="0" i="0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PopPK</a:t>
                      </a: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400" b="0" i="0" strike="sngStrike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+ MM/TMDD​</a:t>
                      </a:r>
                      <a:endParaRPr lang="en-US" sz="1600" b="0" i="0" strike="sngStrike" dirty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Develop </a:t>
                      </a:r>
                      <a:r>
                        <a:rPr lang="en-US" sz="1100" b="0" i="0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PopPK</a:t>
                      </a:r>
                      <a:r>
                        <a:rPr lang="en-US" sz="1100" b="0" i="0" strike="sngStrike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+MM</a:t>
                      </a:r>
                      <a:r>
                        <a:rPr lang="en-US" sz="1100" b="0" i="0" strike="sngStrike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and evaluate if </a:t>
                      </a:r>
                      <a:r>
                        <a:rPr lang="en-US" sz="1100" b="0" i="0" strike="sngStrike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PopPK+TMDD</a:t>
                      </a:r>
                      <a:r>
                        <a:rPr lang="en-US" sz="1100" b="0" i="0" strike="sngStrike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needed​</a:t>
                      </a:r>
                      <a:endParaRPr lang="en-US" sz="1600" b="0" i="0" strike="sngStrike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bioanalytical PK​</a:t>
                      </a:r>
                      <a:endParaRPr lang="en-US" sz="1050" b="0" i="0" dirty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actual measurement times​</a:t>
                      </a:r>
                      <a:endParaRPr lang="en-US" sz="1050" b="0" i="0" dirty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Bodyweight​</a:t>
                      </a:r>
                      <a:endParaRPr lang="en-US" sz="1050" b="0" i="0" dirty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dosing information​</a:t>
                      </a:r>
                      <a:endParaRPr lang="en-US" sz="1050" b="0" i="0" dirty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Through 1200 mg dose​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2 weeks​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Initial </a:t>
                      </a:r>
                      <a:r>
                        <a:rPr lang="en-US" sz="1400" b="0" i="0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popPK</a:t>
                      </a: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model with fits</a:t>
                      </a:r>
                      <a:r>
                        <a:rPr lang="en-US" sz="12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Shown here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175224"/>
                  </a:ext>
                </a:extLst>
              </a:tr>
              <a:tr h="896387">
                <a:tc>
                  <a:txBody>
                    <a:bodyPr/>
                    <a:lstStyle/>
                    <a:p>
                      <a:pPr algn="l" fontAlgn="auto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4. Direct Effects Model​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Plasma TO of PD-1 and CD39​</a:t>
                      </a:r>
                    </a:p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** We have some </a:t>
                      </a:r>
                      <a:r>
                        <a:rPr lang="en-US" sz="1100" b="0" i="0" dirty="0" err="1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QC’ed</a:t>
                      </a:r>
                      <a:r>
                        <a:rPr lang="en-US" sz="11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 but not all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 week​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 predictions across concentrations</a:t>
                      </a: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 progress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28572"/>
                  </a:ext>
                </a:extLst>
              </a:tr>
              <a:tr h="582452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Stage 2b​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PopPK, Direct Effects through DL5 and Safety ER​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All above and DL5 data​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5-7 safety endpoints</a:t>
                      </a: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Minimum 20-25 total subjects, safety signal from 10</a:t>
                      </a: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1 week – June/July 2026 for </a:t>
                      </a:r>
                      <a:r>
                        <a:rPr lang="en-US" sz="14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XX deadline</a:t>
                      </a: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DL 5 data through C2D1 expected XX</a:t>
                      </a: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600" b="0" i="0" dirty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661480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Stage 3​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Semi-mechanistic Tumor RO 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All above and PK/TO in all doses through saturation of TO​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GC vs RCC distribution?​</a:t>
                      </a:r>
                      <a:endParaRPr lang="en-US" sz="1050" b="0" i="0">
                        <a:solidFill>
                          <a:srgbClr val="3C444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2 weeks​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Predict dose necessary to maintain Target Occupancy in Tumor​</a:t>
                      </a:r>
                      <a:endParaRPr lang="en-US" sz="1600" b="0" i="0">
                        <a:solidFill>
                          <a:srgbClr val="3C4447"/>
                        </a:solidFill>
                        <a:effectLst/>
                      </a:endParaRP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3C4447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42577" marR="42577" marT="21288" marB="21288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1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395760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E517ED30-2140-1756-0525-3EBDF4877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46927" y="729821"/>
            <a:ext cx="364706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601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IAAAAAAAAAAwAAAAMAAAAA/////wQAGwwAAAAAAAAAAAAAIAD///////////////8AAAD////////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xNL7qyOi49Nqf6Y5Oaeh7YFAAAAAAADAAAAAwADAAAAAQADAAAAAwD///////8DAAAAAwD///////8DAAMA////////BAAAAAMAEAALTYq7dwJ7ZUmkJ9hAfOV+UQUAAAABAAMAAAAAAAMAAAACAAMAAAAAAAMAAAAC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BNL7qyOi49Nqf6Y5Oaeh7YDRGF0YQAbAAAABExpbmtlZFNoYXBlRGF0YQAFAAAAAAACTmFtZQAZAAAATGlua2VkU2hhcGVzRGF0YVByb3BlcnR5ABBWZXJzaW9uAAAAAAAJTGFzdFdyaXRlAN6asWCCAQAAAAEA/////8YAxgAAAAVfaWQAEAAAAARNirt3AntlSaQn2EB85X5RA0RhdGEAUwAAAAhQcmVzZW50YXRpb25TY2FubmVkRm9yTGlua2VkU2hhcGVzAAECTnVtYmVyRm9ybWF0U2VwYXJhdG9yTW9kZQAKAAAAQXV0b21hdGljAAACTmFtZQAkAAAATGlua2VkU2hhcGVQcmVzZW50YXRpb25TZXR0aW5nc0RhdGEAEFZlcnNpb24AAAAAAAlMYXN0V3JpdGUADJuxYI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EE4P_STYLE_ID" val="59d3f8b6-2ae6-4282-9bba-f5dd72a131f1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NTech Template">
  <a:themeElements>
    <a:clrScheme name="BioNTech 2022">
      <a:dk1>
        <a:srgbClr val="3C4447"/>
      </a:dk1>
      <a:lt1>
        <a:sysClr val="window" lastClr="FFFFFF"/>
      </a:lt1>
      <a:dk2>
        <a:srgbClr val="181010"/>
      </a:dk2>
      <a:lt2>
        <a:srgbClr val="EEF0F2"/>
      </a:lt2>
      <a:accent1>
        <a:srgbClr val="005A64"/>
      </a:accent1>
      <a:accent2>
        <a:srgbClr val="3C9673"/>
      </a:accent2>
      <a:accent3>
        <a:srgbClr val="BECD32"/>
      </a:accent3>
      <a:accent4>
        <a:srgbClr val="656E72"/>
      </a:accent4>
      <a:accent5>
        <a:srgbClr val="8C959A"/>
      </a:accent5>
      <a:accent6>
        <a:srgbClr val="E2E5E7"/>
      </a:accent6>
      <a:hlink>
        <a:srgbClr val="BECD32"/>
      </a:hlink>
      <a:folHlink>
        <a:srgbClr val="8C959A"/>
      </a:folHlink>
    </a:clrScheme>
    <a:fontScheme name="BioNTech 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44000" tIns="144000" rIns="144000" bIns="14400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Custom Color 1">
      <a:srgbClr val="26948B"/>
    </a:custClr>
    <a:custClr name="Custom Color 2">
      <a:srgbClr val="107072"/>
    </a:custClr>
    <a:custClr name="Custom Color 3">
      <a:srgbClr val="294145"/>
    </a:custClr>
    <a:custClr name="Custom Color 4">
      <a:srgbClr val="9C9E21"/>
    </a:custClr>
    <a:custClr name="Custom Color 5">
      <a:srgbClr val="F2D92F"/>
    </a:custClr>
    <a:custClr name="Custom Color 6">
      <a:srgbClr val="C73F1E"/>
    </a:custClr>
    <a:custClr name="Custom Color 7">
      <a:srgbClr val="FFA62B"/>
    </a:custClr>
    <a:custClr name="Custom Color 8">
      <a:srgbClr val="7A306C"/>
    </a:custClr>
  </a:custClrLst>
  <a:extLst>
    <a:ext uri="{05A4C25C-085E-4340-85A3-A5531E510DB2}">
      <thm15:themeFamily xmlns:thm15="http://schemas.microsoft.com/office/thememl/2012/main" name="BioNTech_SE_16-9" id="{12B2186E-20CC-4F25-A31B-974E2AD8ADF5}" vid="{B7AA9CD0-9B5E-4FC2-B581-9B65D0082B8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0589fa-0b8c-46eb-90cb-780c92e0dd2a">
      <Terms xmlns="http://schemas.microsoft.com/office/infopath/2007/PartnerControls"/>
    </lcf76f155ced4ddcb4097134ff3c332f>
    <Comment xmlns="de0589fa-0b8c-46eb-90cb-780c92e0dd2a" xsi:nil="true"/>
    <_DCDateCreated xmlns="http://schemas.microsoft.com/sharepoint/v3/fields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89241DE2A8B342ABC7D179B6219A94" ma:contentTypeVersion="18" ma:contentTypeDescription="Create a new document." ma:contentTypeScope="" ma:versionID="92c5fb177125013dc4de1ed1e499ff4e">
  <xsd:schema xmlns:xsd="http://www.w3.org/2001/XMLSchema" xmlns:xs="http://www.w3.org/2001/XMLSchema" xmlns:p="http://schemas.microsoft.com/office/2006/metadata/properties" xmlns:ns2="de0589fa-0b8c-46eb-90cb-780c92e0dd2a" xmlns:ns3="09e45f2b-9093-4095-b086-6d1f054d01ac" xmlns:ns4="http://schemas.microsoft.com/sharepoint/v3/fields" targetNamespace="http://schemas.microsoft.com/office/2006/metadata/properties" ma:root="true" ma:fieldsID="adf8932be9daef0d310aadf683ca0d58" ns2:_="" ns3:_="" ns4:_="">
    <xsd:import namespace="de0589fa-0b8c-46eb-90cb-780c92e0dd2a"/>
    <xsd:import namespace="09e45f2b-9093-4095-b086-6d1f054d01ac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  <xsd:element ref="ns4:_DCDateCreated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589fa-0b8c-46eb-90cb-780c92e0dd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88634be-138a-44ee-8861-29c91b4880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25" nillable="true" ma:displayName="Comment" ma:description="Additional comments on file" ma:format="Dropdown" ma:internalName="Comment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45f2b-9093-4095-b086-6d1f054d0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DCDateCreated" ma:index="23" nillable="true" ma:displayName="Date Created" ma:description="The date on which this resource was created" ma:format="DateTime" ma:internalName="_DCDateCreat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24" ma:displayName="Author"/>
        <xsd:element ref="dcterms:created" minOccurs="0" maxOccurs="1"/>
        <xsd:element ref="dc:identifier" minOccurs="0" maxOccurs="1"/>
        <xsd:element name="contentType" minOccurs="0" maxOccurs="1" type="xsd:string" ma:index="2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23C074-503A-485E-A41C-74FC31FD5A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CD0264-6C61-407E-912A-599F2AFEBB41}">
  <ds:schemaRefs>
    <ds:schemaRef ds:uri="7dee5d91-cfba-4767-a787-c10127bc598a"/>
    <ds:schemaRef ds:uri="a3382112-23f8-4331-b3e1-4df68c8aaf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A05095-D4E1-44B5-A6C9-5F517EDFD238}"/>
</file>

<file path=docMetadata/LabelInfo.xml><?xml version="1.0" encoding="utf-8"?>
<clbl:labelList xmlns:clbl="http://schemas.microsoft.com/office/2020/mipLabelMetadata">
  <clbl:label id="{1b505df4-2334-4dec-8749-de67dcaf6226}" enabled="0" method="" siteId="{1b505df4-2334-4dec-8749-de67dcaf62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BioNTech_SE_16-9_eng</Template>
  <TotalTime>0</TotalTime>
  <Words>1675</Words>
  <Application>Microsoft Office PowerPoint</Application>
  <PresentationFormat>Widescreen</PresentationFormat>
  <Paragraphs>684</Paragraphs>
  <Slides>26</Slides>
  <Notes>1</Notes>
  <HiddenSlides>3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 Narrow</vt:lpstr>
      <vt:lpstr>Arial</vt:lpstr>
      <vt:lpstr>Calibri</vt:lpstr>
      <vt:lpstr>Symbol</vt:lpstr>
      <vt:lpstr>BioNTech Template</vt:lpstr>
      <vt:lpstr>think-cell Folie</vt:lpstr>
      <vt:lpstr>Base PK Model</vt:lpstr>
      <vt:lpstr>Model Development Overview</vt:lpstr>
      <vt:lpstr>Study Overview</vt:lpstr>
      <vt:lpstr>EDA</vt:lpstr>
      <vt:lpstr>Data Review</vt:lpstr>
      <vt:lpstr>PK Sample Summary</vt:lpstr>
      <vt:lpstr>PK EDA Plots – Concentration-Time Profile</vt:lpstr>
      <vt:lpstr>PK EDA Plots – Dose-Normalized Concentration-Time Profile</vt:lpstr>
      <vt:lpstr>Trough Concentrations</vt:lpstr>
      <vt:lpstr>Base PK Model</vt:lpstr>
      <vt:lpstr>PowerPoint Presentation</vt:lpstr>
      <vt:lpstr>Model Comparisons – Parameter values</vt:lpstr>
      <vt:lpstr>Model Comparisons – Parameter values</vt:lpstr>
      <vt:lpstr>Eta plot for Bodyweight on CL</vt:lpstr>
      <vt:lpstr>Model Comparisons – Adding Bodyweight Covariate</vt:lpstr>
      <vt:lpstr>Eta Plot Comparison</vt:lpstr>
      <vt:lpstr>Final Structure</vt:lpstr>
      <vt:lpstr>Observed vs. Predicted</vt:lpstr>
      <vt:lpstr>CWRES/IWRES</vt:lpstr>
      <vt:lpstr>Individual Plots, Title: Subject ID_Dose</vt:lpstr>
      <vt:lpstr>Individual Plots, Title: Subject ID_Dose (con’t)</vt:lpstr>
      <vt:lpstr>70 mg Patient Note</vt:lpstr>
      <vt:lpstr>PowerPoint Presentation</vt:lpstr>
      <vt:lpstr>Next Steps</vt:lpstr>
      <vt:lpstr>Timeline</vt:lpstr>
      <vt:lpstr>PowerPoint Presentation</vt:lpstr>
    </vt:vector>
  </TitlesOfParts>
  <Company>BioNTech 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Weathered</dc:creator>
  <cp:lastModifiedBy>Catherine Weathered</cp:lastModifiedBy>
  <cp:revision>1</cp:revision>
  <dcterms:created xsi:type="dcterms:W3CDTF">2026-06-09T13:06:54Z</dcterms:created>
  <dcterms:modified xsi:type="dcterms:W3CDTF">2026-06-11T19:13:44Z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0x010100B389241DE2A8B342ABC7D179B6219A94</vt:lpwstr>
  </property>
</Properties>
</file>