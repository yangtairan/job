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471D9-89D9-4317-A45D-61094CAE1A13}" v="24" dt="2026-02-17T10:07:34.516"/>
    <p1510:client id="{D87DA1B1-CB5A-F074-2750-DEE7E3033881}" v="3" dt="2026-02-17T10:36:52.60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3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urons-GettyImages-2226650668.jpg" descr="Neurons-GettyImages-2226650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AUTHOR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10403303"/>
            <a:ext cx="12001579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500" b="1" cap="all">
                <a:solidFill>
                  <a:srgbClr val="41B6E6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6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3556000"/>
            <a:ext cx="1519099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Presentation Title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8204200"/>
            <a:ext cx="10634096" cy="190500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5pPr>
          </a:lstStyle>
          <a:p>
            <a:r>
              <a:rPr dirty="0"/>
              <a:t>Presentation Subtitle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8" name="DATE"/>
          <p:cNvSpPr txBox="1"/>
          <p:nvPr/>
        </p:nvSpPr>
        <p:spPr>
          <a:xfrm>
            <a:off x="17738900" y="11859862"/>
            <a:ext cx="5583815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2500" b="1" cap="all"/>
            </a:lvl1pPr>
          </a:lstStyle>
          <a:p>
            <a:r>
              <a:rPr>
                <a:latin typeface="Helvetica" panose="020B0604020202020204" pitchFamily="34" charset="0"/>
                <a:cs typeface="Helvetica" panose="020B0604020202020204" pitchFamily="34" charset="0"/>
              </a:rPr>
              <a:t>DATE</a:t>
            </a:r>
          </a:p>
        </p:txBody>
      </p:sp>
      <p:pic>
        <p:nvPicPr>
          <p:cNvPr id="19" name="Image" descr="Image"/>
          <p:cNvPicPr>
            <a:picLocks noChangeAspect="1"/>
          </p:cNvPicPr>
          <p:nvPr/>
        </p:nvPicPr>
        <p:blipFill>
          <a:blip r:embed="rId3"/>
          <a:srcRect r="519"/>
          <a:stretch>
            <a:fillRect/>
          </a:stretch>
        </p:blipFill>
        <p:spPr>
          <a:xfrm>
            <a:off x="1156592" y="1158636"/>
            <a:ext cx="6983068" cy="128331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3391" y="13076008"/>
            <a:ext cx="384721" cy="3795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en-CA" smtClean="0"/>
              <a:pPr/>
              <a:t>‹#›</a:t>
            </a:fld>
            <a:endParaRPr lang="en-CA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bg>
      <p:bgPr>
        <a:solidFill>
          <a:srgbClr val="41B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Body Level One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8204200"/>
            <a:ext cx="10634096" cy="1905000"/>
          </a:xfrm>
          <a:prstGeom prst="rect">
            <a:avLst/>
          </a:prstGeom>
        </p:spPr>
        <p:txBody>
          <a:bodyPr/>
          <a:lstStyle>
            <a:lvl1pPr marL="0" indent="0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  <a:lvl2pPr marL="0" indent="192023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2pPr>
            <a:lvl3pPr marL="0" indent="384047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3pPr>
            <a:lvl4pPr marL="0" indent="576071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4pPr>
            <a:lvl5pPr marL="0" indent="768095" defTabSz="346709">
              <a:lnSpc>
                <a:spcPct val="100000"/>
              </a:lnSpc>
              <a:spcBef>
                <a:spcPts val="0"/>
              </a:spcBef>
              <a:buSzTx/>
              <a:buNone/>
              <a:defRPr sz="2309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" name="Section Title"/>
          <p:cNvSpPr txBox="1">
            <a:spLocks noGrp="1"/>
          </p:cNvSpPr>
          <p:nvPr>
            <p:ph type="body" sz="half" idx="22" hasCustomPrompt="1"/>
          </p:nvPr>
        </p:nvSpPr>
        <p:spPr>
          <a:xfrm>
            <a:off x="1206496" y="3556000"/>
            <a:ext cx="15190990" cy="46482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004B87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612"/>
            <a:ext cx="368504" cy="3870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B87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4859512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r>
              <a:rPr dirty="0"/>
              <a:t>Slide Subtitle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2" name="GettyImages-2189356800.jpg"/>
          <p:cNvSpPr>
            <a:spLocks noGrp="1"/>
          </p:cNvSpPr>
          <p:nvPr>
            <p:ph type="pic" idx="21"/>
          </p:nvPr>
        </p:nvSpPr>
        <p:spPr>
          <a:xfrm>
            <a:off x="6716990" y="987223"/>
            <a:ext cx="16755590" cy="111703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5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41B6E6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41B6E6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7553048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6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66" name="GettyImages-2189356800.jpg"/>
          <p:cNvSpPr>
            <a:spLocks noGrp="1"/>
          </p:cNvSpPr>
          <p:nvPr>
            <p:ph type="pic" idx="22"/>
          </p:nvPr>
        </p:nvSpPr>
        <p:spPr>
          <a:xfrm>
            <a:off x="6716990" y="987223"/>
            <a:ext cx="16755590" cy="111703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6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541875" y="4920843"/>
            <a:ext cx="1730025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41B6E6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b="1" spc="-232">
                <a:solidFill>
                  <a:srgbClr val="004B87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r>
              <a:rPr dirty="0"/>
              <a:t>Statement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78" name="Rounded Rectangle"/>
          <p:cNvSpPr/>
          <p:nvPr/>
        </p:nvSpPr>
        <p:spPr>
          <a:xfrm>
            <a:off x="3541875" y="9483404"/>
            <a:ext cx="17300250" cy="381206"/>
          </a:xfrm>
          <a:prstGeom prst="roundRect">
            <a:avLst>
              <a:gd name="adj" fmla="val 50000"/>
            </a:avLst>
          </a:prstGeom>
          <a:solidFill>
            <a:srgbClr val="41B6E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7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305"/>
            <a:ext cx="368504" cy="3870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4B87"/>
                </a:solidFill>
              </a:defRPr>
            </a:lvl5pPr>
          </a:lstStyle>
          <a:p>
            <a:r>
              <a:rPr dirty="0"/>
              <a:t>100%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90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41B6E6"/>
                </a:solidFill>
              </a:defRPr>
            </a:lvl1pPr>
          </a:lstStyle>
          <a:p>
            <a:r>
              <a:rPr dirty="0"/>
              <a:t>Fact information</a:t>
            </a:r>
          </a:p>
        </p:txBody>
      </p:sp>
      <p:sp>
        <p:nvSpPr>
          <p:cNvPr id="91" name="Rounded Rectangle"/>
          <p:cNvSpPr/>
          <p:nvPr/>
        </p:nvSpPr>
        <p:spPr>
          <a:xfrm>
            <a:off x="8179073" y="9483404"/>
            <a:ext cx="8025854" cy="381206"/>
          </a:xfrm>
          <a:prstGeom prst="roundRect">
            <a:avLst>
              <a:gd name="adj" fmla="val 50000"/>
            </a:avLst>
          </a:prstGeom>
          <a:solidFill>
            <a:srgbClr val="41B6E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solidFill>
                <a:srgbClr val="41B6E6"/>
              </a:solidFill>
            </a:endParaRPr>
          </a:p>
        </p:txBody>
      </p:sp>
      <p:pic>
        <p:nvPicPr>
          <p:cNvPr id="9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027648" y="10675453"/>
            <a:ext cx="14496205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500" cap="all">
                <a:solidFill>
                  <a:srgbClr val="004B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Attribution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53923" y="4939860"/>
            <a:ext cx="1449620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b="1" spc="-170">
                <a:solidFill>
                  <a:srgbClr val="004B87"/>
                </a:solidFill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0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93" y="1719947"/>
            <a:ext cx="2359640" cy="2008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216842" y="7995874"/>
            <a:ext cx="2359640" cy="2008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Neurons-GettyImages-2226650668.jpg" descr="Neurons-GettyImages-2226650668.jp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18" y="12558295"/>
            <a:ext cx="368504" cy="3870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GettyImages-2182137033.jpg"/>
          <p:cNvSpPr>
            <a:spLocks noGrp="1"/>
          </p:cNvSpPr>
          <p:nvPr>
            <p:ph type="pic" idx="21"/>
          </p:nvPr>
        </p:nvSpPr>
        <p:spPr>
          <a:xfrm>
            <a:off x="-53306" y="1286706"/>
            <a:ext cx="15849828" cy="105876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0" name="GettyImages-1337405825.jpg"/>
          <p:cNvSpPr>
            <a:spLocks noGrp="1"/>
          </p:cNvSpPr>
          <p:nvPr>
            <p:ph type="pic" sz="quarter" idx="22"/>
          </p:nvPr>
        </p:nvSpPr>
        <p:spPr>
          <a:xfrm>
            <a:off x="16204970" y="1280788"/>
            <a:ext cx="7881556" cy="51046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1" name="GettyImages-2189356800.jpg"/>
          <p:cNvSpPr>
            <a:spLocks noGrp="1"/>
          </p:cNvSpPr>
          <p:nvPr>
            <p:ph type="pic" sz="quarter" idx="23"/>
          </p:nvPr>
        </p:nvSpPr>
        <p:spPr>
          <a:xfrm>
            <a:off x="15544041" y="6781287"/>
            <a:ext cx="7656911" cy="5104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Neurons-GettyImages-2226650668.jpg" descr="Neurons-GettyImages-2226650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3556000"/>
            <a:ext cx="15190990" cy="497169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pic>
        <p:nvPicPr>
          <p:cNvPr id="1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" y="1158636"/>
            <a:ext cx="7019537" cy="128331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ns-GettyImages-2226650668.jpg" descr="Neurons-GettyImages-2226650668.jpg"/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295"/>
            <a:ext cx="368504" cy="3870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F57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AUTHO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t>AUTHOR</a:t>
            </a:r>
          </a:p>
        </p:txBody>
      </p:sp>
      <p:sp>
        <p:nvSpPr>
          <p:cNvPr id="141" name="Presentation 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42" name="Presentation Subtitle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" name="Subtitle here">
            <a:extLst>
              <a:ext uri="{FF2B5EF4-FFF2-40B4-BE49-F238E27FC236}">
                <a16:creationId xmlns:a16="http://schemas.microsoft.com/office/drawing/2014/main" id="{86FBFF49-8906-3FD7-B416-AEC9ABC312B5}"/>
              </a:ext>
            </a:extLst>
          </p:cNvPr>
          <p:cNvSpPr txBox="1">
            <a:spLocks/>
          </p:cNvSpPr>
          <p:nvPr/>
        </p:nvSpPr>
        <p:spPr>
          <a:xfrm>
            <a:off x="1201342" y="11899900"/>
            <a:ext cx="786645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19" rIns="45719" bIns="45719" anchor="t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all" spc="0" baseline="0">
                <a:solidFill>
                  <a:srgbClr val="41B6E6"/>
                </a:solidFill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200" b="0" dirty="0">
                <a:solidFill>
                  <a:schemeClr val="bg1"/>
                </a:solidFill>
                <a:latin typeface="Helvetica"/>
                <a:cs typeface="Helvetica"/>
              </a:rPr>
              <a:t>NASDAQ: HELP  |  </a:t>
            </a:r>
            <a:r>
              <a:rPr lang="en-US" sz="3200" b="0" dirty="0" err="1">
                <a:solidFill>
                  <a:schemeClr val="bg1"/>
                </a:solidFill>
                <a:latin typeface="Helvetica"/>
                <a:cs typeface="Helvetica"/>
              </a:rPr>
              <a:t>Cboe</a:t>
            </a:r>
            <a:r>
              <a:rPr lang="en-US" sz="3200" b="0" dirty="0">
                <a:solidFill>
                  <a:schemeClr val="bg1"/>
                </a:solidFill>
                <a:latin typeface="Helvetica"/>
                <a:cs typeface="Helvetica"/>
              </a:rPr>
              <a:t> CA: HELP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ubtitle her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>
            <a:lvl1pPr defTabSz="825500">
              <a:defRPr sz="5500"/>
            </a:lvl1pPr>
          </a:lstStyle>
          <a:p>
            <a:r>
              <a:rPr dirty="0"/>
              <a:t>Subtitle here</a:t>
            </a:r>
          </a:p>
        </p:txBody>
      </p:sp>
      <p:sp>
        <p:nvSpPr>
          <p:cNvPr id="145" name="Section 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Section Title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612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49" name="Slide Subtitl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50" name="Image"/>
          <p:cNvPicPr>
            <a:picLocks noGrp="1" noChangeAspect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t="8" r="30958" b="-8"/>
          <a:stretch>
            <a:fillRect/>
          </a:stretch>
        </p:blipFill>
        <p:spPr>
          <a:xfrm>
            <a:off x="12201497" y="1270889"/>
            <a:ext cx="10987486" cy="10602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" y="0"/>
                </a:moveTo>
                <a:cubicBezTo>
                  <a:pt x="676" y="0"/>
                  <a:pt x="507" y="0"/>
                  <a:pt x="395" y="49"/>
                </a:cubicBezTo>
                <a:cubicBezTo>
                  <a:pt x="233" y="110"/>
                  <a:pt x="106" y="241"/>
                  <a:pt x="47" y="409"/>
                </a:cubicBezTo>
                <a:cubicBezTo>
                  <a:pt x="0" y="525"/>
                  <a:pt x="0" y="700"/>
                  <a:pt x="0" y="991"/>
                </a:cubicBezTo>
                <a:lnTo>
                  <a:pt x="0" y="20610"/>
                </a:lnTo>
                <a:cubicBezTo>
                  <a:pt x="0" y="20900"/>
                  <a:pt x="0" y="21075"/>
                  <a:pt x="47" y="21191"/>
                </a:cubicBezTo>
                <a:cubicBezTo>
                  <a:pt x="106" y="21359"/>
                  <a:pt x="233" y="21490"/>
                  <a:pt x="395" y="21551"/>
                </a:cubicBezTo>
                <a:cubicBezTo>
                  <a:pt x="507" y="21600"/>
                  <a:pt x="676" y="21600"/>
                  <a:pt x="957" y="21600"/>
                </a:cubicBezTo>
                <a:lnTo>
                  <a:pt x="20643" y="21600"/>
                </a:lnTo>
                <a:cubicBezTo>
                  <a:pt x="20924" y="21600"/>
                  <a:pt x="21093" y="21600"/>
                  <a:pt x="21205" y="21551"/>
                </a:cubicBezTo>
                <a:cubicBezTo>
                  <a:pt x="21367" y="21490"/>
                  <a:pt x="21494" y="21359"/>
                  <a:pt x="21553" y="21191"/>
                </a:cubicBezTo>
                <a:cubicBezTo>
                  <a:pt x="21600" y="21075"/>
                  <a:pt x="21600" y="20900"/>
                  <a:pt x="21600" y="20610"/>
                </a:cubicBezTo>
                <a:lnTo>
                  <a:pt x="21600" y="991"/>
                </a:lnTo>
                <a:cubicBezTo>
                  <a:pt x="21600" y="700"/>
                  <a:pt x="21600" y="525"/>
                  <a:pt x="21553" y="409"/>
                </a:cubicBezTo>
                <a:cubicBezTo>
                  <a:pt x="21494" y="241"/>
                  <a:pt x="21367" y="110"/>
                  <a:pt x="21205" y="49"/>
                </a:cubicBezTo>
                <a:cubicBezTo>
                  <a:pt x="21093" y="0"/>
                  <a:pt x="20924" y="0"/>
                  <a:pt x="20643" y="0"/>
                </a:cubicBezTo>
                <a:lnTo>
                  <a:pt x="957" y="0"/>
                </a:lnTo>
                <a:close/>
              </a:path>
            </a:pathLst>
          </a:custGeom>
        </p:spPr>
      </p:pic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5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9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61" name="Image"/>
          <p:cNvPicPr>
            <a:picLocks noGrp="1" noChangeAspect="1"/>
          </p:cNvPicPr>
          <p:nvPr>
            <p:ph type="pic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7" t="681" r="13869" b="-681"/>
          <a:stretch>
            <a:fillRect/>
          </a:stretch>
        </p:blipFill>
        <p:spPr>
          <a:xfrm>
            <a:off x="12201497" y="1270889"/>
            <a:ext cx="10987486" cy="10602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" y="0"/>
                </a:moveTo>
                <a:cubicBezTo>
                  <a:pt x="676" y="0"/>
                  <a:pt x="507" y="0"/>
                  <a:pt x="395" y="49"/>
                </a:cubicBezTo>
                <a:cubicBezTo>
                  <a:pt x="233" y="110"/>
                  <a:pt x="106" y="241"/>
                  <a:pt x="47" y="409"/>
                </a:cubicBezTo>
                <a:cubicBezTo>
                  <a:pt x="0" y="525"/>
                  <a:pt x="0" y="700"/>
                  <a:pt x="0" y="991"/>
                </a:cubicBezTo>
                <a:lnTo>
                  <a:pt x="0" y="20610"/>
                </a:lnTo>
                <a:cubicBezTo>
                  <a:pt x="0" y="20900"/>
                  <a:pt x="0" y="21075"/>
                  <a:pt x="47" y="21191"/>
                </a:cubicBezTo>
                <a:cubicBezTo>
                  <a:pt x="106" y="21359"/>
                  <a:pt x="233" y="21490"/>
                  <a:pt x="395" y="21551"/>
                </a:cubicBezTo>
                <a:cubicBezTo>
                  <a:pt x="507" y="21600"/>
                  <a:pt x="676" y="21600"/>
                  <a:pt x="957" y="21600"/>
                </a:cubicBezTo>
                <a:lnTo>
                  <a:pt x="20643" y="21600"/>
                </a:lnTo>
                <a:cubicBezTo>
                  <a:pt x="20924" y="21600"/>
                  <a:pt x="21093" y="21600"/>
                  <a:pt x="21205" y="21551"/>
                </a:cubicBezTo>
                <a:cubicBezTo>
                  <a:pt x="21367" y="21490"/>
                  <a:pt x="21494" y="21359"/>
                  <a:pt x="21553" y="21191"/>
                </a:cubicBezTo>
                <a:cubicBezTo>
                  <a:pt x="21600" y="21075"/>
                  <a:pt x="21600" y="20900"/>
                  <a:pt x="21600" y="20610"/>
                </a:cubicBezTo>
                <a:lnTo>
                  <a:pt x="21600" y="991"/>
                </a:lnTo>
                <a:cubicBezTo>
                  <a:pt x="21600" y="700"/>
                  <a:pt x="21600" y="525"/>
                  <a:pt x="21553" y="409"/>
                </a:cubicBezTo>
                <a:cubicBezTo>
                  <a:pt x="21494" y="241"/>
                  <a:pt x="21367" y="110"/>
                  <a:pt x="21205" y="49"/>
                </a:cubicBezTo>
                <a:cubicBezTo>
                  <a:pt x="21093" y="0"/>
                  <a:pt x="20924" y="0"/>
                  <a:pt x="20643" y="0"/>
                </a:cubicBezTo>
                <a:lnTo>
                  <a:pt x="957" y="0"/>
                </a:lnTo>
                <a:close/>
              </a:path>
            </a:pathLst>
          </a:custGeom>
        </p:spPr>
      </p:pic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100%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Fact informa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tatemen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30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ttribu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2" name="“Notable Quote”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669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176" name="Image"/>
          <p:cNvPicPr>
            <a:picLocks noGrp="1" noChangeAspect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7" r="11307"/>
          <a:stretch/>
        </p:blipFill>
        <p:spPr>
          <a:xfrm>
            <a:off x="1223732" y="1286706"/>
            <a:ext cx="14572790" cy="10587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5" y="0"/>
                </a:moveTo>
                <a:cubicBezTo>
                  <a:pt x="519" y="0"/>
                  <a:pt x="390" y="0"/>
                  <a:pt x="304" y="50"/>
                </a:cubicBezTo>
                <a:cubicBezTo>
                  <a:pt x="179" y="112"/>
                  <a:pt x="81" y="247"/>
                  <a:pt x="36" y="418"/>
                </a:cubicBezTo>
                <a:cubicBezTo>
                  <a:pt x="0" y="537"/>
                  <a:pt x="0" y="715"/>
                  <a:pt x="0" y="1011"/>
                </a:cubicBezTo>
                <a:lnTo>
                  <a:pt x="0" y="20589"/>
                </a:lnTo>
                <a:cubicBezTo>
                  <a:pt x="0" y="20885"/>
                  <a:pt x="0" y="21064"/>
                  <a:pt x="36" y="21182"/>
                </a:cubicBezTo>
                <a:cubicBezTo>
                  <a:pt x="81" y="21353"/>
                  <a:pt x="179" y="21488"/>
                  <a:pt x="304" y="21550"/>
                </a:cubicBezTo>
                <a:cubicBezTo>
                  <a:pt x="390" y="21599"/>
                  <a:pt x="519" y="21600"/>
                  <a:pt x="735" y="21600"/>
                </a:cubicBezTo>
                <a:lnTo>
                  <a:pt x="20865" y="21600"/>
                </a:lnTo>
                <a:cubicBezTo>
                  <a:pt x="21081" y="21600"/>
                  <a:pt x="21210" y="21599"/>
                  <a:pt x="21296" y="21550"/>
                </a:cubicBezTo>
                <a:cubicBezTo>
                  <a:pt x="21421" y="21488"/>
                  <a:pt x="21519" y="21353"/>
                  <a:pt x="21564" y="21182"/>
                </a:cubicBezTo>
                <a:cubicBezTo>
                  <a:pt x="21600" y="21064"/>
                  <a:pt x="21600" y="20885"/>
                  <a:pt x="21600" y="20589"/>
                </a:cubicBezTo>
                <a:lnTo>
                  <a:pt x="21600" y="1011"/>
                </a:lnTo>
                <a:cubicBezTo>
                  <a:pt x="21600" y="715"/>
                  <a:pt x="21600" y="537"/>
                  <a:pt x="21564" y="418"/>
                </a:cubicBezTo>
                <a:cubicBezTo>
                  <a:pt x="21519" y="247"/>
                  <a:pt x="21421" y="112"/>
                  <a:pt x="21296" y="50"/>
                </a:cubicBezTo>
                <a:cubicBezTo>
                  <a:pt x="21210" y="0"/>
                  <a:pt x="21081" y="0"/>
                  <a:pt x="20865" y="0"/>
                </a:cubicBezTo>
                <a:lnTo>
                  <a:pt x="735" y="0"/>
                </a:lnTo>
                <a:close/>
              </a:path>
            </a:pathLst>
          </a:custGeom>
        </p:spPr>
      </p:pic>
      <p:pic>
        <p:nvPicPr>
          <p:cNvPr id="177" name="Image"/>
          <p:cNvPicPr>
            <a:picLocks noGrp="1" noChangeAspect="1"/>
          </p:cNvPicPr>
          <p:nvPr>
            <p:ph type="pic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9" r="4309"/>
          <a:stretch/>
        </p:blipFill>
        <p:spPr>
          <a:xfrm>
            <a:off x="16204970" y="1280788"/>
            <a:ext cx="6996114" cy="510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1506" y="0"/>
                </a:moveTo>
                <a:cubicBezTo>
                  <a:pt x="1064" y="0"/>
                  <a:pt x="799" y="0"/>
                  <a:pt x="623" y="101"/>
                </a:cubicBezTo>
                <a:cubicBezTo>
                  <a:pt x="368" y="228"/>
                  <a:pt x="167" y="504"/>
                  <a:pt x="74" y="853"/>
                </a:cubicBezTo>
                <a:cubicBezTo>
                  <a:pt x="0" y="1096"/>
                  <a:pt x="0" y="1459"/>
                  <a:pt x="0" y="2064"/>
                </a:cubicBezTo>
                <a:lnTo>
                  <a:pt x="0" y="19536"/>
                </a:lnTo>
                <a:cubicBezTo>
                  <a:pt x="0" y="20141"/>
                  <a:pt x="0" y="20504"/>
                  <a:pt x="74" y="20747"/>
                </a:cubicBezTo>
                <a:cubicBezTo>
                  <a:pt x="167" y="21096"/>
                  <a:pt x="368" y="21372"/>
                  <a:pt x="623" y="21499"/>
                </a:cubicBezTo>
                <a:cubicBezTo>
                  <a:pt x="799" y="21600"/>
                  <a:pt x="1064" y="21600"/>
                  <a:pt x="1506" y="21600"/>
                </a:cubicBezTo>
                <a:lnTo>
                  <a:pt x="20094" y="21600"/>
                </a:lnTo>
                <a:cubicBezTo>
                  <a:pt x="20536" y="21600"/>
                  <a:pt x="20801" y="21600"/>
                  <a:pt x="20978" y="21499"/>
                </a:cubicBezTo>
                <a:cubicBezTo>
                  <a:pt x="21232" y="21372"/>
                  <a:pt x="21433" y="21096"/>
                  <a:pt x="21525" y="20747"/>
                </a:cubicBezTo>
                <a:cubicBezTo>
                  <a:pt x="21599" y="20504"/>
                  <a:pt x="21600" y="20141"/>
                  <a:pt x="21600" y="19536"/>
                </a:cubicBezTo>
                <a:lnTo>
                  <a:pt x="21600" y="2064"/>
                </a:lnTo>
                <a:cubicBezTo>
                  <a:pt x="21600" y="1459"/>
                  <a:pt x="21599" y="1096"/>
                  <a:pt x="21525" y="853"/>
                </a:cubicBezTo>
                <a:cubicBezTo>
                  <a:pt x="21433" y="504"/>
                  <a:pt x="21232" y="228"/>
                  <a:pt x="20978" y="101"/>
                </a:cubicBezTo>
                <a:cubicBezTo>
                  <a:pt x="20801" y="0"/>
                  <a:pt x="20536" y="0"/>
                  <a:pt x="20094" y="0"/>
                </a:cubicBezTo>
                <a:lnTo>
                  <a:pt x="1506" y="0"/>
                </a:lnTo>
                <a:close/>
              </a:path>
            </a:pathLst>
          </a:custGeom>
        </p:spPr>
      </p:pic>
      <p:pic>
        <p:nvPicPr>
          <p:cNvPr id="178" name="Image"/>
          <p:cNvPicPr>
            <a:picLocks noGrp="1" noChangeAspect="1"/>
          </p:cNvPicPr>
          <p:nvPr>
            <p:ph type="pic" idx="2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1" r="7141"/>
          <a:stretch/>
        </p:blipFill>
        <p:spPr>
          <a:xfrm>
            <a:off x="16204970" y="6781287"/>
            <a:ext cx="6995982" cy="5104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9" y="0"/>
                </a:moveTo>
                <a:cubicBezTo>
                  <a:pt x="1059" y="0"/>
                  <a:pt x="795" y="0"/>
                  <a:pt x="619" y="101"/>
                </a:cubicBezTo>
                <a:cubicBezTo>
                  <a:pt x="365" y="227"/>
                  <a:pt x="166" y="501"/>
                  <a:pt x="74" y="848"/>
                </a:cubicBezTo>
                <a:cubicBezTo>
                  <a:pt x="0" y="1089"/>
                  <a:pt x="0" y="1451"/>
                  <a:pt x="0" y="2054"/>
                </a:cubicBezTo>
                <a:lnTo>
                  <a:pt x="0" y="19546"/>
                </a:lnTo>
                <a:cubicBezTo>
                  <a:pt x="0" y="20149"/>
                  <a:pt x="0" y="20511"/>
                  <a:pt x="74" y="20752"/>
                </a:cubicBezTo>
                <a:cubicBezTo>
                  <a:pt x="166" y="21099"/>
                  <a:pt x="365" y="21373"/>
                  <a:pt x="619" y="21499"/>
                </a:cubicBezTo>
                <a:cubicBezTo>
                  <a:pt x="795" y="21600"/>
                  <a:pt x="1059" y="21600"/>
                  <a:pt x="1499" y="21600"/>
                </a:cubicBezTo>
                <a:lnTo>
                  <a:pt x="20101" y="21600"/>
                </a:lnTo>
                <a:cubicBezTo>
                  <a:pt x="20541" y="21600"/>
                  <a:pt x="20804" y="21600"/>
                  <a:pt x="20980" y="21499"/>
                </a:cubicBezTo>
                <a:cubicBezTo>
                  <a:pt x="21234" y="21373"/>
                  <a:pt x="21434" y="21099"/>
                  <a:pt x="21526" y="20752"/>
                </a:cubicBezTo>
                <a:cubicBezTo>
                  <a:pt x="21600" y="20511"/>
                  <a:pt x="21600" y="20149"/>
                  <a:pt x="21600" y="19546"/>
                </a:cubicBezTo>
                <a:lnTo>
                  <a:pt x="21600" y="2054"/>
                </a:lnTo>
                <a:cubicBezTo>
                  <a:pt x="21600" y="1451"/>
                  <a:pt x="21600" y="1089"/>
                  <a:pt x="21526" y="848"/>
                </a:cubicBezTo>
                <a:cubicBezTo>
                  <a:pt x="21434" y="501"/>
                  <a:pt x="21234" y="227"/>
                  <a:pt x="20980" y="101"/>
                </a:cubicBezTo>
                <a:cubicBezTo>
                  <a:pt x="20804" y="0"/>
                  <a:pt x="20541" y="0"/>
                  <a:pt x="20101" y="0"/>
                </a:cubicBezTo>
                <a:lnTo>
                  <a:pt x="1499" y="0"/>
                </a:lnTo>
                <a:close/>
              </a:path>
            </a:pathLst>
          </a:cu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hank you.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Helvetica"/>
                <a:cs typeface="Helvetica"/>
              </a:rPr>
              <a:t>Thank you.</a:t>
            </a:r>
            <a:endParaRPr lang="en-US">
              <a:latin typeface="Helvetica"/>
              <a:cs typeface="Helvetica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253746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253746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253746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96679f-3037-4848-b30b-2f1e1974b63b">
      <Terms xmlns="http://schemas.microsoft.com/office/infopath/2007/PartnerControls"/>
    </lcf76f155ced4ddcb4097134ff3c332f>
    <TaxCatchAll xmlns="49d4e230-cd4d-48af-adc7-fa24bd8e76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BFA676D878FB40934C15FCCB3415CA" ma:contentTypeVersion="17" ma:contentTypeDescription="Create a new document." ma:contentTypeScope="" ma:versionID="71737acb0db350579df77be81ea5de62">
  <xsd:schema xmlns:xsd="http://www.w3.org/2001/XMLSchema" xmlns:xs="http://www.w3.org/2001/XMLSchema" xmlns:p="http://schemas.microsoft.com/office/2006/metadata/properties" xmlns:ns2="2696679f-3037-4848-b30b-2f1e1974b63b" xmlns:ns3="49d4e230-cd4d-48af-adc7-fa24bd8e7671" targetNamespace="http://schemas.microsoft.com/office/2006/metadata/properties" ma:root="true" ma:fieldsID="83afc5360d741a8b904cd1599f00d80a" ns2:_="" ns3:_="">
    <xsd:import namespace="2696679f-3037-4848-b30b-2f1e1974b63b"/>
    <xsd:import namespace="49d4e230-cd4d-48af-adc7-fa24bd8e7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6679f-3037-4848-b30b-2f1e1974b6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9d418fa-cd13-4954-8d84-690dd7a1ef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4e230-cd4d-48af-adc7-fa24bd8e7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e2df3f6-27b3-497b-8163-73b7daa3db2e}" ma:internalName="TaxCatchAll" ma:showField="CatchAllData" ma:web="49d4e230-cd4d-48af-adc7-fa24bd8e7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7E4127-4626-47F3-8B68-4734069CC7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20DD9F-A85A-4FDC-ACC5-8F89D7E6E2E8}">
  <ds:schemaRefs>
    <ds:schemaRef ds:uri="http://schemas.microsoft.com/office/2006/metadata/properties"/>
    <ds:schemaRef ds:uri="http://schemas.microsoft.com/office/infopath/2007/PartnerControls"/>
    <ds:schemaRef ds:uri="2696679f-3037-4848-b30b-2f1e1974b63b"/>
    <ds:schemaRef ds:uri="49d4e230-cd4d-48af-adc7-fa24bd8e7671"/>
  </ds:schemaRefs>
</ds:datastoreItem>
</file>

<file path=customXml/itemProps3.xml><?xml version="1.0" encoding="utf-8"?>
<ds:datastoreItem xmlns:ds="http://schemas.openxmlformats.org/officeDocument/2006/customXml" ds:itemID="{FECC842A-60A6-4C94-8FAF-A6D8E1FC69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96679f-3037-4848-b30b-2f1e1974b63b"/>
    <ds:schemaRef ds:uri="49d4e230-cd4d-48af-adc7-fa24bd8e76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</Words>
  <Application>Microsoft Office PowerPoint</Application>
  <PresentationFormat>Custom</PresentationFormat>
  <Paragraphs>13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Liam Bedard</cp:lastModifiedBy>
  <cp:revision>4</cp:revision>
  <dcterms:modified xsi:type="dcterms:W3CDTF">2026-07-29T23:18:27Z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0x01010054BFA676D878FB40934C15FCCB3415CA</vt:lpwstr>
  </property>
  <property fmtid="{D5CDD505-2E9C-101B-9397-08002B2CF9AE}" pid="3" name="MediaServiceImageTags">
    <vt:lpwstr/>
  </property>
</Properties>
</file>