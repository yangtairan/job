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omments/modernComment_10C_3174E5F1.xml" ContentType="application/vnd.ms-powerpoint.comments+xml"/>
  <Override PartName="/ppt/comments/modernComment_107_41DC2182.xml" ContentType="application/vnd.ms-powerpoint.comments+xml"/>
  <Override PartName="/ppt/notesSlides/notesSlide2.xml" ContentType="application/vnd.openxmlformats-officedocument.presentationml.notesSlide+xml"/>
  <Override PartName="/ppt/comments/modernComment_119_9515AB99.xml" ContentType="application/vnd.ms-powerpoint.comments+xml"/>
  <Override PartName="/ppt/notesSlides/notesSlide3.xml" ContentType="application/vnd.openxmlformats-officedocument.presentationml.notesSlide+xml"/>
  <Override PartName="/ppt/comments/modernComment_105_8290AF69.xml" ContentType="application/vnd.ms-powerpoint.comments+xml"/>
  <Override PartName="/ppt/notesSlides/notesSlide4.xml" ContentType="application/vnd.openxmlformats-officedocument.presentationml.notesSlide+xml"/>
  <Override PartName="/ppt/comments/modernComment_10E_E7052C2E.xml" ContentType="application/vnd.ms-powerpoint.comments+xml"/>
  <Override PartName="/ppt/comments/modernComment_13A_D971BB64.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4"/>
  </p:sldMasterIdLst>
  <p:notesMasterIdLst>
    <p:notesMasterId r:id="rId39"/>
  </p:notesMasterIdLst>
  <p:sldIdLst>
    <p:sldId id="256" r:id="rId5"/>
    <p:sldId id="266" r:id="rId6"/>
    <p:sldId id="264" r:id="rId7"/>
    <p:sldId id="288" r:id="rId8"/>
    <p:sldId id="262" r:id="rId9"/>
    <p:sldId id="268" r:id="rId10"/>
    <p:sldId id="263" r:id="rId11"/>
    <p:sldId id="274" r:id="rId12"/>
    <p:sldId id="309" r:id="rId13"/>
    <p:sldId id="310" r:id="rId14"/>
    <p:sldId id="311" r:id="rId15"/>
    <p:sldId id="295" r:id="rId16"/>
    <p:sldId id="296" r:id="rId17"/>
    <p:sldId id="297" r:id="rId18"/>
    <p:sldId id="298" r:id="rId19"/>
    <p:sldId id="281" r:id="rId20"/>
    <p:sldId id="306" r:id="rId21"/>
    <p:sldId id="299" r:id="rId22"/>
    <p:sldId id="300" r:id="rId23"/>
    <p:sldId id="301" r:id="rId24"/>
    <p:sldId id="315" r:id="rId25"/>
    <p:sldId id="308" r:id="rId26"/>
    <p:sldId id="294" r:id="rId27"/>
    <p:sldId id="261" r:id="rId28"/>
    <p:sldId id="260" r:id="rId29"/>
    <p:sldId id="270" r:id="rId30"/>
    <p:sldId id="314" r:id="rId31"/>
    <p:sldId id="312" r:id="rId32"/>
    <p:sldId id="276" r:id="rId33"/>
    <p:sldId id="303" r:id="rId34"/>
    <p:sldId id="273" r:id="rId35"/>
    <p:sldId id="259" r:id="rId36"/>
    <p:sldId id="271" r:id="rId37"/>
    <p:sldId id="272" r:id="rId3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64C550D-D260-48D8-821B-5BBCF13A4E38}">
          <p14:sldIdLst>
            <p14:sldId id="256"/>
          </p14:sldIdLst>
        </p14:section>
        <p14:section name="basic concepts" id="{E2F41AC0-67AE-4635-ADFA-EBDD969AD92D}">
          <p14:sldIdLst>
            <p14:sldId id="266"/>
            <p14:sldId id="264"/>
            <p14:sldId id="288"/>
            <p14:sldId id="262"/>
            <p14:sldId id="268"/>
          </p14:sldIdLst>
        </p14:section>
        <p14:section name="common analysis" id="{4CA7964B-A723-4A34-B3B1-4127B82C873A}">
          <p14:sldIdLst>
            <p14:sldId id="263"/>
            <p14:sldId id="274"/>
          </p14:sldIdLst>
        </p14:section>
        <p14:section name="Common Q&amp;A" id="{1272B0CA-677B-4E12-97B3-062E4AE03374}">
          <p14:sldIdLst>
            <p14:sldId id="309"/>
            <p14:sldId id="310"/>
            <p14:sldId id="311"/>
            <p14:sldId id="295"/>
            <p14:sldId id="296"/>
            <p14:sldId id="297"/>
            <p14:sldId id="298"/>
            <p14:sldId id="281"/>
            <p14:sldId id="306"/>
            <p14:sldId id="299"/>
            <p14:sldId id="300"/>
            <p14:sldId id="301"/>
            <p14:sldId id="315"/>
          </p14:sldIdLst>
        </p14:section>
        <p14:section name="standard protocol and SAP text" id="{33FCC6F0-9815-4875-9346-95F4795B0AEF}">
          <p14:sldIdLst>
            <p14:sldId id="308"/>
            <p14:sldId id="294"/>
            <p14:sldId id="261"/>
            <p14:sldId id="260"/>
            <p14:sldId id="270"/>
            <p14:sldId id="314"/>
            <p14:sldId id="312"/>
          </p14:sldIdLst>
        </p14:section>
        <p14:section name="backup" id="{8C23038E-4F34-481C-9048-D1726D1EE557}">
          <p14:sldIdLst>
            <p14:sldId id="276"/>
            <p14:sldId id="303"/>
            <p14:sldId id="273"/>
            <p14:sldId id="259"/>
            <p14:sldId id="271"/>
            <p14:sldId id="272"/>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2D9427-5AC6-06A5-12EA-1AAC1B12F575}" name="Wenyu Liu" initials="WL" userId="S::wenyu.liu@biontech.com::a7724b3c-b47b-4366-9f31-37f444e8fea9" providerId="AD"/>
  <p188:author id="{90BF5373-19F3-BE94-C591-176A8F7DA60E}" name="Shu-Pei Wu" initials="SW" userId="S::Shu-Pei.Wu@biontech.us::58a5c5c8-a173-450d-92f5-79c6bc412f30" providerId="AD"/>
  <p188:author id="{BD079F99-2C89-8FF5-27CD-CE5E0C68ABC0}" name="Shuang Liang" initials="SL" userId="S::shuang.liang@biontech.us::927b8c0c-fa63-47f4-a124-6966443884cd" providerId="AD"/>
  <p188:author id="{DFC247A5-078D-A752-F793-DC4E3660D1AD}" name="Tairan Yang" initials="TY" userId="S::tairan.yang@biontech.us::d6e8c1b9-c517-4003-be27-cf86ff90e996" providerId="AD"/>
  <p188:author id="{E8281EC3-DBDF-784C-4824-A7D0A994C044}" name="Xiaohui (Michelle) Li" initials="XL" userId="S::xiaohui.li@biontech.com::100a2dbf-3f98-429c-956a-7b30a488c1b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6FE640-5D2B-9853-1D33-F33264CE95FA}" v="45" dt="2026-06-02T14:00:28.087"/>
    <p1510:client id="{76F460B6-C33C-4E6F-B8AB-1528457AE9E7}" v="6" dt="2026-06-01T12:32:13.593"/>
    <p1510:client id="{A1C3C97C-6F2C-4216-AB56-D9C53D30136B}" v="1" dt="2026-06-02T17:47:13.8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ang Liang" userId="927b8c0c-fa63-47f4-a124-6966443884cd" providerId="ADAL" clId="{152A4949-8A3B-49C7-B8FF-8F6D46ED812A}"/>
    <pc:docChg chg="undo custSel delSld modSld modSection">
      <pc:chgData name="Shuang Liang" userId="927b8c0c-fa63-47f4-a124-6966443884cd" providerId="ADAL" clId="{152A4949-8A3B-49C7-B8FF-8F6D46ED812A}" dt="2026-06-01T12:56:15.176" v="544" actId="47"/>
      <pc:docMkLst>
        <pc:docMk/>
      </pc:docMkLst>
      <pc:sldChg chg="del">
        <pc:chgData name="Shuang Liang" userId="927b8c0c-fa63-47f4-a124-6966443884cd" providerId="ADAL" clId="{152A4949-8A3B-49C7-B8FF-8F6D46ED812A}" dt="2026-06-01T12:56:14.178" v="543" actId="47"/>
        <pc:sldMkLst>
          <pc:docMk/>
          <pc:sldMk cId="2736587486" sldId="279"/>
        </pc:sldMkLst>
      </pc:sldChg>
      <pc:sldChg chg="modSp mod">
        <pc:chgData name="Shuang Liang" userId="927b8c0c-fa63-47f4-a124-6966443884cd" providerId="ADAL" clId="{152A4949-8A3B-49C7-B8FF-8F6D46ED812A}" dt="2026-06-01T12:28:47.789" v="391" actId="1076"/>
        <pc:sldMkLst>
          <pc:docMk/>
          <pc:sldMk cId="641017847" sldId="301"/>
        </pc:sldMkLst>
        <pc:spChg chg="mod">
          <ac:chgData name="Shuang Liang" userId="927b8c0c-fa63-47f4-a124-6966443884cd" providerId="ADAL" clId="{152A4949-8A3B-49C7-B8FF-8F6D46ED812A}" dt="2026-05-31T22:21:53.867" v="382" actId="20577"/>
          <ac:spMkLst>
            <pc:docMk/>
            <pc:sldMk cId="641017847" sldId="301"/>
            <ac:spMk id="3" creationId="{9A5C6E1D-F088-C448-6FED-E71A0A59AE1A}"/>
          </ac:spMkLst>
        </pc:spChg>
        <pc:spChg chg="mod">
          <ac:chgData name="Shuang Liang" userId="927b8c0c-fa63-47f4-a124-6966443884cd" providerId="ADAL" clId="{152A4949-8A3B-49C7-B8FF-8F6D46ED812A}" dt="2026-05-31T22:16:43.090" v="112" actId="255"/>
          <ac:spMkLst>
            <pc:docMk/>
            <pc:sldMk cId="641017847" sldId="301"/>
            <ac:spMk id="5" creationId="{E785BFA7-75BA-D395-094F-FA7CDCD4C0E8}"/>
          </ac:spMkLst>
        </pc:spChg>
        <pc:graphicFrameChg chg="mod">
          <ac:chgData name="Shuang Liang" userId="927b8c0c-fa63-47f4-a124-6966443884cd" providerId="ADAL" clId="{152A4949-8A3B-49C7-B8FF-8F6D46ED812A}" dt="2026-06-01T12:28:47.789" v="391" actId="1076"/>
          <ac:graphicFrameMkLst>
            <pc:docMk/>
            <pc:sldMk cId="641017847" sldId="301"/>
            <ac:graphicFrameMk id="4" creationId="{70728D91-E06B-7D42-1A16-51E01913472E}"/>
          </ac:graphicFrameMkLst>
        </pc:graphicFrameChg>
      </pc:sldChg>
      <pc:sldChg chg="del">
        <pc:chgData name="Shuang Liang" userId="927b8c0c-fa63-47f4-a124-6966443884cd" providerId="ADAL" clId="{152A4949-8A3B-49C7-B8FF-8F6D46ED812A}" dt="2026-06-01T12:56:15.176" v="544" actId="47"/>
        <pc:sldMkLst>
          <pc:docMk/>
          <pc:sldMk cId="3411154472" sldId="305"/>
        </pc:sldMkLst>
      </pc:sldChg>
      <pc:sldChg chg="modSp mod">
        <pc:chgData name="Shuang Liang" userId="927b8c0c-fa63-47f4-a124-6966443884cd" providerId="ADAL" clId="{152A4949-8A3B-49C7-B8FF-8F6D46ED812A}" dt="2026-06-01T12:31:51.269" v="542" actId="113"/>
        <pc:sldMkLst>
          <pc:docMk/>
          <pc:sldMk cId="369408019" sldId="310"/>
        </pc:sldMkLst>
        <pc:spChg chg="mod">
          <ac:chgData name="Shuang Liang" userId="927b8c0c-fa63-47f4-a124-6966443884cd" providerId="ADAL" clId="{152A4949-8A3B-49C7-B8FF-8F6D46ED812A}" dt="2026-06-01T12:31:51.269" v="542" actId="113"/>
          <ac:spMkLst>
            <pc:docMk/>
            <pc:sldMk cId="369408019" sldId="310"/>
            <ac:spMk id="3" creationId="{4ABD1EB1-2986-DF4B-0A8E-81693EC13EC9}"/>
          </ac:spMkLst>
        </pc:spChg>
      </pc:sldChg>
      <pc:sldChg chg="modSp mod">
        <pc:chgData name="Shuang Liang" userId="927b8c0c-fa63-47f4-a124-6966443884cd" providerId="ADAL" clId="{152A4949-8A3B-49C7-B8FF-8F6D46ED812A}" dt="2026-05-31T22:25:04.932" v="389"/>
        <pc:sldMkLst>
          <pc:docMk/>
          <pc:sldMk cId="3648109412" sldId="314"/>
        </pc:sldMkLst>
        <pc:graphicFrameChg chg="mod modGraphic">
          <ac:chgData name="Shuang Liang" userId="927b8c0c-fa63-47f4-a124-6966443884cd" providerId="ADAL" clId="{152A4949-8A3B-49C7-B8FF-8F6D46ED812A}" dt="2026-05-31T22:25:04.932" v="389"/>
          <ac:graphicFrameMkLst>
            <pc:docMk/>
            <pc:sldMk cId="3648109412" sldId="314"/>
            <ac:graphicFrameMk id="8" creationId="{78CBD826-67AC-D7AD-5161-27D7350E6780}"/>
          </ac:graphicFrameMkLst>
        </pc:graphicFrameChg>
      </pc:sldChg>
    </pc:docChg>
  </pc:docChgLst>
  <pc:docChgLst>
    <pc:chgData name="Shuang Liang" userId="S::shuang.liang@biontech.us::927b8c0c-fa63-47f4-a124-6966443884cd" providerId="AD" clId="Web-{0AA10349-54A9-2DC8-0FE0-A2D57C443B9C}"/>
    <pc:docChg chg="modSld">
      <pc:chgData name="Shuang Liang" userId="S::shuang.liang@biontech.us::927b8c0c-fa63-47f4-a124-6966443884cd" providerId="AD" clId="Web-{0AA10349-54A9-2DC8-0FE0-A2D57C443B9C}" dt="2026-05-31T22:12:11.806" v="66" actId="20577"/>
      <pc:docMkLst>
        <pc:docMk/>
      </pc:docMkLst>
      <pc:sldChg chg="addSp modSp">
        <pc:chgData name="Shuang Liang" userId="S::shuang.liang@biontech.us::927b8c0c-fa63-47f4-a124-6966443884cd" providerId="AD" clId="Web-{0AA10349-54A9-2DC8-0FE0-A2D57C443B9C}" dt="2026-05-31T22:12:11.806" v="66" actId="20577"/>
        <pc:sldMkLst>
          <pc:docMk/>
          <pc:sldMk cId="641017847" sldId="301"/>
        </pc:sldMkLst>
        <pc:spChg chg="add mod">
          <ac:chgData name="Shuang Liang" userId="S::shuang.liang@biontech.us::927b8c0c-fa63-47f4-a124-6966443884cd" providerId="AD" clId="Web-{0AA10349-54A9-2DC8-0FE0-A2D57C443B9C}" dt="2026-05-31T22:12:11.806" v="66" actId="20577"/>
          <ac:spMkLst>
            <pc:docMk/>
            <pc:sldMk cId="641017847" sldId="301"/>
            <ac:spMk id="5" creationId="{E785BFA7-75BA-D395-094F-FA7CDCD4C0E8}"/>
          </ac:spMkLst>
        </pc:spChg>
      </pc:sldChg>
    </pc:docChg>
  </pc:docChgLst>
  <pc:docChgLst>
    <pc:chgData name="Shuang Liang" userId="S::shuang.liang@biontech.us::927b8c0c-fa63-47f4-a124-6966443884cd" providerId="AD" clId="Web-{5B6FE640-5D2B-9853-1D33-F33264CE95FA}"/>
    <pc:docChg chg="addSld modSld modSection">
      <pc:chgData name="Shuang Liang" userId="S::shuang.liang@biontech.us::927b8c0c-fa63-47f4-a124-6966443884cd" providerId="AD" clId="Web-{5B6FE640-5D2B-9853-1D33-F33264CE95FA}" dt="2026-06-02T14:00:28.087" v="44" actId="20577"/>
      <pc:docMkLst>
        <pc:docMk/>
      </pc:docMkLst>
      <pc:sldChg chg="modSp new">
        <pc:chgData name="Shuang Liang" userId="S::shuang.liang@biontech.us::927b8c0c-fa63-47f4-a124-6966443884cd" providerId="AD" clId="Web-{5B6FE640-5D2B-9853-1D33-F33264CE95FA}" dt="2026-06-02T14:00:28.087" v="44" actId="20577"/>
        <pc:sldMkLst>
          <pc:docMk/>
          <pc:sldMk cId="4219398153" sldId="315"/>
        </pc:sldMkLst>
        <pc:spChg chg="mod">
          <ac:chgData name="Shuang Liang" userId="S::shuang.liang@biontech.us::927b8c0c-fa63-47f4-a124-6966443884cd" providerId="AD" clId="Web-{5B6FE640-5D2B-9853-1D33-F33264CE95FA}" dt="2026-06-02T14:00:28.087" v="44" actId="20577"/>
          <ac:spMkLst>
            <pc:docMk/>
            <pc:sldMk cId="4219398153" sldId="315"/>
            <ac:spMk id="2" creationId="{2435B151-E1D9-1F50-AD18-614E5F870456}"/>
          </ac:spMkLst>
        </pc:spChg>
      </pc:sldChg>
    </pc:docChg>
  </pc:docChgLst>
  <pc:docChgLst>
    <pc:chgData name="Shu-Pei Wu" userId="58a5c5c8-a173-450d-92f5-79c6bc412f30" providerId="ADAL" clId="{A3CA909B-0457-4D52-8A54-51DA11411C2E}"/>
    <pc:docChg chg="modSld">
      <pc:chgData name="Shu-Pei Wu" userId="58a5c5c8-a173-450d-92f5-79c6bc412f30" providerId="ADAL" clId="{A3CA909B-0457-4D52-8A54-51DA11411C2E}" dt="2026-06-02T17:47:13.818" v="0"/>
      <pc:docMkLst>
        <pc:docMk/>
      </pc:docMkLst>
      <pc:sldChg chg="modSp">
        <pc:chgData name="Shu-Pei Wu" userId="58a5c5c8-a173-450d-92f5-79c6bc412f30" providerId="ADAL" clId="{A3CA909B-0457-4D52-8A54-51DA11411C2E}" dt="2026-06-02T17:47:13.818" v="0"/>
        <pc:sldMkLst>
          <pc:docMk/>
          <pc:sldMk cId="641017847" sldId="301"/>
        </pc:sldMkLst>
        <pc:graphicFrameChg chg="mod">
          <ac:chgData name="Shu-Pei Wu" userId="58a5c5c8-a173-450d-92f5-79c6bc412f30" providerId="ADAL" clId="{A3CA909B-0457-4D52-8A54-51DA11411C2E}" dt="2026-06-02T17:47:13.818" v="0"/>
          <ac:graphicFrameMkLst>
            <pc:docMk/>
            <pc:sldMk cId="641017847" sldId="301"/>
            <ac:graphicFrameMk id="4" creationId="{70728D91-E06B-7D42-1A16-51E01913472E}"/>
          </ac:graphicFrameMkLst>
        </pc:graphicFrameChg>
      </pc:sldChg>
    </pc:docChg>
  </pc:docChgLst>
</pc:chgInfo>
</file>

<file path=ppt/comments/modernComment_10C_3174E5F1.xml><?xml version="1.0" encoding="utf-8"?>
<p188:cmLst xmlns:a="http://schemas.openxmlformats.org/drawingml/2006/main" xmlns:r="http://schemas.openxmlformats.org/officeDocument/2006/relationships" xmlns:p188="http://schemas.microsoft.com/office/powerpoint/2018/8/main">
  <p188:cm id="{11F34CCD-282D-4F08-BC40-CEBFF480DED7}" authorId="{E8281EC3-DBDF-784C-4824-A7D0A994C044}" status="resolved" created="2026-02-03T15:47:56.544" complete="100000">
    <ac:txMkLst xmlns:ac="http://schemas.microsoft.com/office/drawing/2013/main/command">
      <pc:docMk xmlns:pc="http://schemas.microsoft.com/office/powerpoint/2013/main/command"/>
      <pc:sldMk xmlns:pc="http://schemas.microsoft.com/office/powerpoint/2013/main/command" cId="829744625" sldId="268"/>
      <ac:spMk id="20" creationId="{92125DB6-0894-BEFE-7DC6-9176762397D7}"/>
      <ac:txMk cp="23">
        <ac:context len="24" hash="1114796988"/>
      </ac:txMk>
    </ac:txMkLst>
    <p188:pos x="2028939" y="385590"/>
    <p188:txBody>
      <a:bodyPr/>
      <a:lstStyle/>
      <a:p>
        <a:r>
          <a:rPr lang="en-US"/>
          <a:t>[@Shuang Liang] I suggest delete the phrase "treatment-reduced" here to avoid confusion with "Treatment-unaffected" where the titer post-trt is equal to or less than the titer at baseline.</a:t>
        </a:r>
      </a:p>
    </p188:txBody>
    <p188:extLst>
      <p:ext xmlns:p="http://schemas.openxmlformats.org/presentationml/2006/main" uri="{57CB4572-C831-44C2-8A1C-0ADB6CCDFE69}">
        <p223:reactions xmlns:p223="http://schemas.microsoft.com/office/powerpoint/2022/03/main">
          <p223:rxn type="👍">
            <p223:instance time="2026-02-12T13:27:49.403" authorId="{BD079F99-2C89-8FF5-27CD-CE5E0C68ABC0}"/>
          </p223:rxn>
        </p223:reactions>
      </p:ext>
    </p188:extLst>
  </p188:cm>
</p188:cmLst>
</file>

<file path=ppt/comments/modernComment_10E_E7052C2E.xml><?xml version="1.0" encoding="utf-8"?>
<p188:cmLst xmlns:a="http://schemas.openxmlformats.org/drawingml/2006/main" xmlns:r="http://schemas.openxmlformats.org/officeDocument/2006/relationships" xmlns:p188="http://schemas.microsoft.com/office/powerpoint/2018/8/main">
  <p188:cm id="{D42FF44C-8CE6-4B7A-9AEF-3049597644AB}" authorId="{0C2D9427-5AC6-06A5-12EA-1AAC1B12F575}" created="2026-02-11T13:19:37.663">
    <ac:deMkLst xmlns:ac="http://schemas.microsoft.com/office/drawing/2013/main/command">
      <pc:docMk xmlns:pc="http://schemas.microsoft.com/office/powerpoint/2013/main/command"/>
      <pc:sldMk xmlns:pc="http://schemas.microsoft.com/office/powerpoint/2013/main/command" cId="3875875886" sldId="270"/>
      <ac:graphicFrameMk id="4" creationId="{7C9A4927-589D-3845-8344-82C9D5EF30C7}"/>
    </ac:deMkLst>
    <p188:replyLst>
      <p188:reply id="{E540A25B-ADA3-4D3E-8009-6CB32789ECD5}" authorId="{0C2D9427-5AC6-06A5-12EA-1AAC1B12F575}" created="2026-02-11T13:40:30.368">
        <p188:txBody>
          <a:bodyPr/>
          <a:lstStyle/>
          <a:p>
            <a:r>
              <a:rPr lang="en-US"/>
              <a:t>Or can we report TEADA here for subject level?</a:t>
            </a:r>
          </a:p>
        </p188:txBody>
      </p188:reply>
      <p188:reply id="{83E2344A-798A-47C3-9E69-533BC98B16C1}" authorId="{BD079F99-2C89-8FF5-27CD-CE5E0C68ABC0}" created="2026-02-12T14:45:21.671">
        <p188:txBody>
          <a:bodyPr/>
          <a:lstStyle/>
          <a:p>
            <a:r>
              <a:rPr lang="en-US"/>
              <a:t>thanks for the question Wenyu. I'll specify. this table meant to be subject level. I see some study also report n and % per visit, which is ok, although I'm not entire clear how to utilize the information. We can further get others' inputs. </a:t>
            </a:r>
          </a:p>
        </p188:txBody>
      </p188:reply>
    </p188:replyLst>
    <p188:txBody>
      <a:bodyPr/>
      <a:lstStyle/>
      <a:p>
        <a:r>
          <a:rPr lang="en-US"/>
          <a:t>Do we need to report TE ADA sample number and precentage? I think the number and precentage of participant with TEADA are more informative, such as ADA positive and negative subject.</a:t>
        </a:r>
      </a:p>
    </p188:txBody>
  </p188:cm>
</p188:cmLst>
</file>

<file path=ppt/comments/modernComment_13A_D971BB64.xml><?xml version="1.0" encoding="utf-8"?>
<p188:cmLst xmlns:a="http://schemas.openxmlformats.org/drawingml/2006/main" xmlns:r="http://schemas.openxmlformats.org/officeDocument/2006/relationships" xmlns:p188="http://schemas.microsoft.com/office/powerpoint/2018/8/main">
  <p188:cm id="{E76C6951-B0E7-487B-9A9E-C7A80CF6A438}" authorId="{0C2D9427-5AC6-06A5-12EA-1AAC1B12F575}" created="2026-02-11T13:19:37.663">
    <ac:deMkLst xmlns:ac="http://schemas.microsoft.com/office/drawing/2013/main/command">
      <pc:docMk xmlns:pc="http://schemas.microsoft.com/office/powerpoint/2013/main/command"/>
      <pc:sldMk xmlns:pc="http://schemas.microsoft.com/office/powerpoint/2013/main/command" cId="3648109412" sldId="314"/>
      <ac:graphicFrameMk id="4" creationId="{8A6E603F-9E28-4538-78FA-745F079024E8}"/>
    </ac:deMkLst>
    <p188:replyLst>
      <p188:reply id="{E540A25B-ADA3-4D3E-8009-6CB32789ECD5}" authorId="{0C2D9427-5AC6-06A5-12EA-1AAC1B12F575}" created="2026-02-11T13:40:30.368">
        <p188:txBody>
          <a:bodyPr/>
          <a:lstStyle/>
          <a:p>
            <a:r>
              <a:rPr lang="en-US"/>
              <a:t>Or can we report TEADA here for subject level?</a:t>
            </a:r>
          </a:p>
        </p188:txBody>
      </p188:reply>
      <p188:reply id="{83E2344A-798A-47C3-9E69-533BC98B16C1}" authorId="{BD079F99-2C89-8FF5-27CD-CE5E0C68ABC0}" created="2026-02-12T14:45:21.671">
        <p188:txBody>
          <a:bodyPr/>
          <a:lstStyle/>
          <a:p>
            <a:r>
              <a:rPr lang="en-US"/>
              <a:t>thanks for the question Wenyu. I'll specify. this table meant to be subject level. I see some study also report n and % per visit, which is ok, although I'm not entire clear how to utilize the information. We can further get others' inputs. </a:t>
            </a:r>
          </a:p>
        </p188:txBody>
      </p188:reply>
    </p188:replyLst>
    <p188:txBody>
      <a:bodyPr/>
      <a:lstStyle/>
      <a:p>
        <a:r>
          <a:rPr lang="en-US"/>
          <a:t>Do we need to report TE ADA sample number and precentage? I think the number and precentage of participant with TEADA are more informative, such as ADA positive and negative subject.</a:t>
        </a:r>
      </a:p>
    </p188:txBody>
  </p188:cm>
</p188:cmLst>
</file>

<file path=ppt/comments/modernComment_105_8290AF69.xml><?xml version="1.0" encoding="utf-8"?>
<p188:cmLst xmlns:a="http://schemas.openxmlformats.org/drawingml/2006/main" xmlns:r="http://schemas.openxmlformats.org/officeDocument/2006/relationships" xmlns:p188="http://schemas.microsoft.com/office/powerpoint/2018/8/main">
  <p188:cm id="{C21B114A-8917-48A2-8047-E260768B86E8}" authorId="{E8281EC3-DBDF-784C-4824-A7D0A994C044}" created="2026-02-03T16:14:10.319">
    <pc:sldMkLst xmlns:pc="http://schemas.microsoft.com/office/powerpoint/2013/main/command">
      <pc:docMk/>
      <pc:sldMk cId="2190520169" sldId="261"/>
    </pc:sldMkLst>
    <p188:txBody>
      <a:bodyPr/>
      <a:lstStyle/>
      <a:p>
        <a:r>
          <a:rPr lang="en-US"/>
          <a:t>[@Shuang Liang] consider adding a definition for "pre-existing ADA" which is  only based on baseline ADA+</a:t>
        </a:r>
      </a:p>
    </p188:txBody>
  </p188:cm>
  <p188:cm id="{916F7737-F86A-4877-84C9-4FBA1CC0EEE1}" authorId="{0C2D9427-5AC6-06A5-12EA-1AAC1B12F575}" status="resolved" created="2026-02-11T12:31:07.842" complete="100000">
    <ac:deMkLst xmlns:ac="http://schemas.microsoft.com/office/drawing/2013/main/command">
      <pc:docMk xmlns:pc="http://schemas.microsoft.com/office/powerpoint/2013/main/command"/>
      <pc:sldMk xmlns:pc="http://schemas.microsoft.com/office/powerpoint/2013/main/command" cId="2190520169" sldId="261"/>
      <ac:spMk id="3" creationId="{D0832D05-25B9-35DA-BACB-DA6CD00B7A89}"/>
    </ac:deMkLst>
    <p188:replyLst>
      <p188:reply id="{62ECA0AF-5BD6-4AFC-9899-0CE03537C5A0}" authorId="{BD079F99-2C89-8FF5-27CD-CE5E0C68ABC0}" created="2026-02-12T13:34:06.925">
        <p188:txBody>
          <a:bodyPr/>
          <a:lstStyle/>
          <a:p>
            <a:r>
              <a:rPr lang="en-US"/>
              <a:t>thanks Wenyu. "post-first dose" include any post-dose, and also any pre-dose starting C2 and onward </a:t>
            </a:r>
          </a:p>
        </p188:txBody>
        <p188:extLst>
          <p:ext xmlns:p="http://schemas.openxmlformats.org/presentationml/2006/main" uri="{57CB4572-C831-44C2-8A1C-0ADB6CCDFE69}">
            <p223:reactions xmlns:p223="http://schemas.microsoft.com/office/powerpoint/2022/03/main">
              <p223:rxn type="👍">
                <p223:instance time="2026-02-13T12:13:08.425" authorId="{0C2D9427-5AC6-06A5-12EA-1AAC1B12F575}"/>
              </p223:rxn>
            </p223:reactions>
          </p:ext>
        </p188:extLst>
      </p188:reply>
    </p188:replyLst>
    <p188:txBody>
      <a:bodyPr/>
      <a:lstStyle/>
      <a:p>
        <a:r>
          <a:rPr lang="en-US"/>
          <a:t>do we need to specify "first" dose?  I think any result post dose should be fine.</a:t>
        </a:r>
      </a:p>
    </p188:txBody>
  </p188:cm>
</p188:cmLst>
</file>

<file path=ppt/comments/modernComment_107_41DC2182.xml><?xml version="1.0" encoding="utf-8"?>
<p188:cmLst xmlns:a="http://schemas.openxmlformats.org/drawingml/2006/main" xmlns:r="http://schemas.openxmlformats.org/officeDocument/2006/relationships" xmlns:p188="http://schemas.microsoft.com/office/powerpoint/2018/8/main">
  <p188:cm id="{9F8BDCF6-F47B-47C9-8718-A6A8B1510C8F}" authorId="{E8281EC3-DBDF-784C-4824-A7D0A994C044}" status="resolved" created="2026-02-03T15:50:03.219" complete="100000">
    <ac:txMkLst xmlns:ac="http://schemas.microsoft.com/office/drawing/2013/main/command">
      <pc:docMk xmlns:pc="http://schemas.microsoft.com/office/powerpoint/2013/main/command"/>
      <pc:sldMk xmlns:pc="http://schemas.microsoft.com/office/powerpoint/2013/main/command" cId="1104945538" sldId="263"/>
      <ac:spMk id="3" creationId="{04FD863A-19BB-C351-9CCB-38D6DA772474}"/>
      <ac:txMk cp="270">
        <ac:context len="1190" hash="1048304882"/>
      </ac:txMk>
    </ac:txMkLst>
    <p188:pos x="7588250" y="762000"/>
    <p188:txBody>
      <a:bodyPr/>
      <a:lstStyle/>
      <a:p>
        <a:r>
          <a:rPr lang="en-US"/>
          <a:t>[@Shuang Liang] suggest changing this and using the consistent phrase in the previous slide, i.e., treatment-induced.</a:t>
        </a:r>
      </a:p>
    </p188:txBody>
    <p188:extLst>
      <p:ext xmlns:p="http://schemas.openxmlformats.org/presentationml/2006/main" uri="{57CB4572-C831-44C2-8A1C-0ADB6CCDFE69}">
        <p223:reactions xmlns:p223="http://schemas.microsoft.com/office/powerpoint/2022/03/main">
          <p223:rxn type="👍">
            <p223:instance time="2026-02-12T13:31:36.158" authorId="{BD079F99-2C89-8FF5-27CD-CE5E0C68ABC0}"/>
          </p223:rxn>
        </p223:reactions>
      </p:ext>
    </p188:extLst>
  </p188:cm>
</p188:cmLst>
</file>

<file path=ppt/comments/modernComment_119_9515AB99.xml><?xml version="1.0" encoding="utf-8"?>
<p188:cmLst xmlns:a="http://schemas.openxmlformats.org/drawingml/2006/main" xmlns:r="http://schemas.openxmlformats.org/officeDocument/2006/relationships" xmlns:p188="http://schemas.microsoft.com/office/powerpoint/2018/8/main">
  <p188:cm id="{B93A8A97-0A8A-4106-A498-3F6EDFEF080E}" authorId="{90BF5373-19F3-BE94-C591-176A8F7DA60E}" status="resolved" created="2026-02-02T18:17:01.655" complete="100000">
    <ac:deMkLst xmlns:ac="http://schemas.microsoft.com/office/drawing/2013/main/command">
      <pc:docMk xmlns:pc="http://schemas.microsoft.com/office/powerpoint/2013/main/command"/>
      <pc:sldMk xmlns:pc="http://schemas.microsoft.com/office/powerpoint/2013/main/command" cId="2501225369" sldId="281"/>
      <ac:grpSpMk id="33" creationId="{3D6DDB30-12FF-CBAF-6035-D59C7A828FE5}"/>
    </ac:deMkLst>
    <p188:txBody>
      <a:bodyPr/>
      <a:lstStyle/>
      <a:p>
        <a:r>
          <a:rPr lang="en-US"/>
          <a:t>[@Shuang Liang] 
FYI. Summary of the discussion with Arno.
as for the low-risk, I believer it include targets, and or observed clinical incidence, and impact on safety, efficacy, and PK. </a:t>
        </a:r>
      </a:p>
    </p188:txBody>
    <p188:extLst>
      <p:ext xmlns:p="http://schemas.openxmlformats.org/presentationml/2006/main" uri="{57CB4572-C831-44C2-8A1C-0ADB6CCDFE69}">
        <p223:reactions xmlns:p223="http://schemas.microsoft.com/office/powerpoint/2022/03/main">
          <p223:rxn type="👍">
            <p223:instance time="2026-02-03T21:10:54.887" authorId="{BD079F99-2C89-8FF5-27CD-CE5E0C68ABC0}"/>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3B4A5B-6F6D-47F6-816E-5E602C675BF5}" type="datetimeFigureOut">
              <a:rPr lang="en-US" smtClean="0"/>
              <a:t>6/2/2026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B4899C-F23D-41C4-9B25-4B27D8EA0397}" type="slidenum">
              <a:rPr lang="en-US" smtClean="0"/>
              <a:t>‹#›</a:t>
            </a:fld>
            <a:endParaRPr lang="en-US"/>
          </a:p>
        </p:txBody>
      </p:sp>
    </p:spTree>
    <p:extLst>
      <p:ext uri="{BB962C8B-B14F-4D97-AF65-F5344CB8AC3E}">
        <p14:creationId xmlns:p14="http://schemas.microsoft.com/office/powerpoint/2010/main" val="1076444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B4899C-F23D-41C4-9B25-4B27D8EA0397}" type="slidenum">
              <a:rPr lang="en-US" smtClean="0"/>
              <a:t>5</a:t>
            </a:fld>
            <a:endParaRPr lang="en-US"/>
          </a:p>
        </p:txBody>
      </p:sp>
    </p:spTree>
    <p:extLst>
      <p:ext uri="{BB962C8B-B14F-4D97-AF65-F5344CB8AC3E}">
        <p14:creationId xmlns:p14="http://schemas.microsoft.com/office/powerpoint/2010/main" val="1341094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B4899C-F23D-41C4-9B25-4B27D8EA0397}" type="slidenum">
              <a:rPr lang="en-US" smtClean="0"/>
              <a:t>12</a:t>
            </a:fld>
            <a:endParaRPr lang="en-US"/>
          </a:p>
        </p:txBody>
      </p:sp>
    </p:spTree>
    <p:extLst>
      <p:ext uri="{BB962C8B-B14F-4D97-AF65-F5344CB8AC3E}">
        <p14:creationId xmlns:p14="http://schemas.microsoft.com/office/powerpoint/2010/main" val="1481020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 ADA rate oncology product examples:</a:t>
            </a:r>
          </a:p>
          <a:p>
            <a:r>
              <a:rPr lang="en-US"/>
              <a:t>Asparaginase(</a:t>
            </a:r>
            <a:r>
              <a:rPr lang="en-US" err="1"/>
              <a:t>Elspar</a:t>
            </a:r>
            <a:r>
              <a:rPr lang="en-US"/>
              <a:t>), 32-75%, https://www.accessdata.fda.gov/drugsatfda_docs/label/2013/101063s5169lbl.pdf</a:t>
            </a:r>
          </a:p>
          <a:p>
            <a:r>
              <a:rPr lang="en-US" sz="1200" b="0" i="0" kern="1200">
                <a:solidFill>
                  <a:schemeClr val="tx1"/>
                </a:solidFill>
                <a:effectLst/>
                <a:latin typeface="+mn-lt"/>
                <a:ea typeface="+mn-ea"/>
                <a:cs typeface="+mn-cs"/>
              </a:rPr>
              <a:t>Rituximab 32-56% using new assay https://www.accessdata.fda.gov/drugsatfda_docs/label/2021/103705s5467lbl.pdf </a:t>
            </a:r>
          </a:p>
          <a:p>
            <a:endParaRPr lang="en-US"/>
          </a:p>
          <a:p>
            <a:endParaRPr lang="en-US"/>
          </a:p>
        </p:txBody>
      </p:sp>
      <p:sp>
        <p:nvSpPr>
          <p:cNvPr id="4" name="Slide Number Placeholder 3"/>
          <p:cNvSpPr>
            <a:spLocks noGrp="1"/>
          </p:cNvSpPr>
          <p:nvPr>
            <p:ph type="sldNum" sz="quarter" idx="5"/>
          </p:nvPr>
        </p:nvSpPr>
        <p:spPr/>
        <p:txBody>
          <a:bodyPr/>
          <a:lstStyle/>
          <a:p>
            <a:fld id="{6CB4899C-F23D-41C4-9B25-4B27D8EA0397}" type="slidenum">
              <a:rPr lang="en-US" smtClean="0"/>
              <a:t>19</a:t>
            </a:fld>
            <a:endParaRPr lang="en-US"/>
          </a:p>
        </p:txBody>
      </p:sp>
    </p:spTree>
    <p:extLst>
      <p:ext uri="{BB962C8B-B14F-4D97-AF65-F5344CB8AC3E}">
        <p14:creationId xmlns:p14="http://schemas.microsoft.com/office/powerpoint/2010/main" val="3546440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baseline="0">
                <a:solidFill>
                  <a:srgbClr val="000000"/>
                </a:solidFill>
                <a:latin typeface="Arial" panose="020B0604020202020204" pitchFamily="34" charset="0"/>
              </a:rPr>
              <a:t>Alternative endpoint: The number and proportion of patients who are with detectable anti-drug antibody (ADA) during the trial	</a:t>
            </a:r>
          </a:p>
          <a:p>
            <a:endParaRPr lang="en-US"/>
          </a:p>
        </p:txBody>
      </p:sp>
      <p:sp>
        <p:nvSpPr>
          <p:cNvPr id="4" name="Slide Number Placeholder 3"/>
          <p:cNvSpPr>
            <a:spLocks noGrp="1"/>
          </p:cNvSpPr>
          <p:nvPr>
            <p:ph type="sldNum" sz="quarter" idx="5"/>
          </p:nvPr>
        </p:nvSpPr>
        <p:spPr/>
        <p:txBody>
          <a:bodyPr/>
          <a:lstStyle/>
          <a:p>
            <a:fld id="{6CB4899C-F23D-41C4-9B25-4B27D8EA0397}" type="slidenum">
              <a:rPr lang="en-US" smtClean="0"/>
              <a:t>25</a:t>
            </a:fld>
            <a:endParaRPr lang="en-US"/>
          </a:p>
        </p:txBody>
      </p:sp>
    </p:spTree>
    <p:extLst>
      <p:ext uri="{BB962C8B-B14F-4D97-AF65-F5344CB8AC3E}">
        <p14:creationId xmlns:p14="http://schemas.microsoft.com/office/powerpoint/2010/main" val="26673649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emf"/><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2.emf"/><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2.emf"/><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9.xml"/><Relationship Id="rId5" Type="http://schemas.openxmlformats.org/officeDocument/2006/relationships/image" Target="../media/image2.emf"/><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185C9CE2-E2AD-1DFF-38D9-BC5B0DB721AA}"/>
              </a:ext>
            </a:extLst>
          </p:cNvPr>
          <p:cNvGraphicFramePr>
            <a:graphicFrameLocks noChangeAspect="1"/>
          </p:cNvGraphicFramePr>
          <p:nvPr>
            <p:custDataLst>
              <p:tags r:id="rId1"/>
            </p:custDataLst>
            <p:extLst>
              <p:ext uri="{D42A27DB-BD31-4B8C-83A1-F6EECF244321}">
                <p14:modId xmlns:p14="http://schemas.microsoft.com/office/powerpoint/2010/main" val="7189887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9" name="Objekt 8" hidden="1">
                        <a:extLst>
                          <a:ext uri="{FF2B5EF4-FFF2-40B4-BE49-F238E27FC236}">
                            <a16:creationId xmlns:a16="http://schemas.microsoft.com/office/drawing/2014/main" id="{185C9CE2-E2AD-1DFF-38D9-BC5B0DB721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Rechteck 14">
            <a:extLst>
              <a:ext uri="{FF2B5EF4-FFF2-40B4-BE49-F238E27FC236}">
                <a16:creationId xmlns:a16="http://schemas.microsoft.com/office/drawing/2014/main" id="{686D5034-C9AB-04BE-59EC-989D8B623346}"/>
              </a:ext>
            </a:extLst>
          </p:cNvPr>
          <p:cNvSpPr/>
          <p:nvPr/>
        </p:nvSpPr>
        <p:spPr>
          <a:xfrm>
            <a:off x="0" y="0"/>
            <a:ext cx="12192000" cy="6858000"/>
          </a:xfrm>
          <a:prstGeom prst="rect">
            <a:avLst/>
          </a:prstGeom>
          <a:solidFill>
            <a:schemeClr val="accent1"/>
          </a:solidFill>
          <a:ln>
            <a:noFill/>
          </a:ln>
        </p:spPr>
        <p:txBody>
          <a:bodyPr vert="horz" lIns="72000" tIns="72000" rIns="72000" bIns="72000" rtlCol="0" anchor="ctr">
            <a:noAutofit/>
          </a:bodyPr>
          <a:lstStyle/>
          <a:p>
            <a:pPr algn="ctr">
              <a:spcBef>
                <a:spcPts val="600"/>
              </a:spcBef>
            </a:pPr>
            <a:endParaRPr lang="de-DE" sz="1200"/>
          </a:p>
        </p:txBody>
      </p:sp>
      <p:sp>
        <p:nvSpPr>
          <p:cNvPr id="3" name="Untertitel 2">
            <a:extLst>
              <a:ext uri="{FF2B5EF4-FFF2-40B4-BE49-F238E27FC236}">
                <a16:creationId xmlns:a16="http://schemas.microsoft.com/office/drawing/2014/main" id="{18441DAC-80ED-DDC6-8DFD-93869F84BF0A}"/>
              </a:ext>
            </a:extLst>
          </p:cNvPr>
          <p:cNvSpPr>
            <a:spLocks noGrp="1"/>
          </p:cNvSpPr>
          <p:nvPr>
            <p:ph type="subTitle" idx="1" hasCustomPrompt="1"/>
          </p:nvPr>
        </p:nvSpPr>
        <p:spPr>
          <a:xfrm>
            <a:off x="595313" y="5213746"/>
            <a:ext cx="10999788" cy="492443"/>
          </a:xfrm>
        </p:spPr>
        <p:txBody>
          <a:bodyPr wrap="square" lIns="0" tIns="0" rIns="0" bIns="0" rtlCol="0" anchor="t">
            <a:noAutofit/>
          </a:bodyPr>
          <a:lstStyle>
            <a:lvl1pPr>
              <a:defRPr lang="de-DE" dirty="0" smtClean="0">
                <a:solidFill>
                  <a:schemeClr val="bg1"/>
                </a:solidFill>
              </a:defRPr>
            </a:lvl1pPr>
          </a:lstStyle>
          <a:p>
            <a:pPr lvl="0"/>
            <a:r>
              <a:rPr lang="de-DE"/>
              <a:t>Click to </a:t>
            </a:r>
            <a:r>
              <a:rPr lang="de-DE" err="1"/>
              <a:t>edit</a:t>
            </a:r>
            <a:r>
              <a:rPr lang="de-DE"/>
              <a:t> Subtitle</a:t>
            </a:r>
          </a:p>
        </p:txBody>
      </p:sp>
      <p:sp>
        <p:nvSpPr>
          <p:cNvPr id="2" name="Titel 1">
            <a:extLst>
              <a:ext uri="{FF2B5EF4-FFF2-40B4-BE49-F238E27FC236}">
                <a16:creationId xmlns:a16="http://schemas.microsoft.com/office/drawing/2014/main" id="{2FB3B340-B8DD-45A2-67B2-E100C4E1D365}"/>
              </a:ext>
            </a:extLst>
          </p:cNvPr>
          <p:cNvSpPr>
            <a:spLocks noGrp="1"/>
          </p:cNvSpPr>
          <p:nvPr>
            <p:ph type="ctrTitle" hasCustomPrompt="1"/>
          </p:nvPr>
        </p:nvSpPr>
        <p:spPr>
          <a:xfrm>
            <a:off x="595313" y="2413338"/>
            <a:ext cx="10999788" cy="2031325"/>
          </a:xfrm>
        </p:spPr>
        <p:txBody>
          <a:bodyPr vert="horz" wrap="square" lIns="0" tIns="0" rIns="0" bIns="0" rtlCol="0" anchor="b">
            <a:noAutofit/>
          </a:bodyPr>
          <a:lstStyle>
            <a:lvl1pPr>
              <a:defRPr lang="de-DE" sz="4400" dirty="0">
                <a:solidFill>
                  <a:schemeClr val="bg1"/>
                </a:solidFill>
                <a:ea typeface="+mn-ea"/>
                <a:cs typeface="+mn-cs"/>
              </a:defRPr>
            </a:lvl1pPr>
          </a:lstStyle>
          <a:p>
            <a:pPr marL="0" lvl="0"/>
            <a:r>
              <a:rPr lang="en-US"/>
              <a:t>Click to edit Master title style</a:t>
            </a:r>
            <a:br>
              <a:rPr lang="en-US"/>
            </a:br>
            <a:r>
              <a:rPr lang="en-US"/>
              <a:t>two lines</a:t>
            </a:r>
            <a:br>
              <a:rPr lang="en-US"/>
            </a:br>
            <a:r>
              <a:rPr lang="en-US"/>
              <a:t>three lines</a:t>
            </a:r>
            <a:endParaRPr lang="de-DE"/>
          </a:p>
        </p:txBody>
      </p:sp>
      <p:sp>
        <p:nvSpPr>
          <p:cNvPr id="25" name="Rechteck 24">
            <a:extLst>
              <a:ext uri="{FF2B5EF4-FFF2-40B4-BE49-F238E27FC236}">
                <a16:creationId xmlns:a16="http://schemas.microsoft.com/office/drawing/2014/main" id="{461006A0-BB2B-877A-D5DA-707391424C8D}"/>
              </a:ext>
            </a:extLst>
          </p:cNvPr>
          <p:cNvSpPr/>
          <p:nvPr/>
        </p:nvSpPr>
        <p:spPr bwMode="gray">
          <a:xfrm>
            <a:off x="595313" y="4662488"/>
            <a:ext cx="360000"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400"/>
          </a:p>
        </p:txBody>
      </p:sp>
      <p:sp>
        <p:nvSpPr>
          <p:cNvPr id="27" name="Datumsplatzhalter 3">
            <a:extLst>
              <a:ext uri="{FF2B5EF4-FFF2-40B4-BE49-F238E27FC236}">
                <a16:creationId xmlns:a16="http://schemas.microsoft.com/office/drawing/2014/main" id="{44E313EC-B126-DEDC-EDF4-9647A1A023C1}"/>
              </a:ext>
            </a:extLst>
          </p:cNvPr>
          <p:cNvSpPr>
            <a:spLocks noGrp="1"/>
          </p:cNvSpPr>
          <p:nvPr>
            <p:ph type="dt" sz="half" idx="2"/>
          </p:nvPr>
        </p:nvSpPr>
        <p:spPr>
          <a:xfrm>
            <a:off x="595313" y="5706189"/>
            <a:ext cx="10999788" cy="215444"/>
          </a:xfrm>
          <a:prstGeom prst="rect">
            <a:avLst/>
          </a:prstGeom>
        </p:spPr>
        <p:txBody>
          <a:bodyPr vert="horz" wrap="square" lIns="0" tIns="0" rIns="0" bIns="0" rtlCol="0" anchor="t">
            <a:noAutofit/>
          </a:bodyPr>
          <a:lstStyle>
            <a:lvl1pPr>
              <a:defRPr lang="de-DE" sz="1400" smtClean="0"/>
            </a:lvl1pPr>
          </a:lstStyle>
          <a:p>
            <a:fld id="{C8C48F5D-6E45-4344-BA2D-EEAED6CC687E}" type="datetimeFigureOut">
              <a:rPr lang="en-US" smtClean="0"/>
              <a:t>6/2/2026</a:t>
            </a:fld>
            <a:endParaRPr lang="en-US"/>
          </a:p>
        </p:txBody>
      </p:sp>
      <p:pic>
        <p:nvPicPr>
          <p:cNvPr id="28" name="Immagine 4" descr="logo.eps">
            <a:extLst>
              <a:ext uri="{FF2B5EF4-FFF2-40B4-BE49-F238E27FC236}">
                <a16:creationId xmlns:a16="http://schemas.microsoft.com/office/drawing/2014/main" id="{3594AFB9-855D-68B6-9464-168D81D3111A}"/>
              </a:ext>
            </a:extLst>
          </p:cNvPr>
          <p:cNvPicPr>
            <a:picLocks noChangeAspect="1"/>
          </p:cNvPicPr>
          <p:nvPr/>
        </p:nvPicPr>
        <p:blipFill>
          <a:blip r:embed="rId5" cstate="screen">
            <a:biLevel thresh="25000"/>
            <a:extLst>
              <a:ext uri="{28A0092B-C50C-407E-A947-70E740481C1C}">
                <a14:useLocalDpi xmlns:a14="http://schemas.microsoft.com/office/drawing/2010/main"/>
              </a:ext>
            </a:extLst>
          </a:blip>
          <a:stretch>
            <a:fillRect/>
          </a:stretch>
        </p:blipFill>
        <p:spPr bwMode="gray">
          <a:xfrm>
            <a:off x="9282052" y="6195060"/>
            <a:ext cx="2313049" cy="257761"/>
          </a:xfrm>
          <a:prstGeom prst="rect">
            <a:avLst/>
          </a:prstGeom>
        </p:spPr>
      </p:pic>
    </p:spTree>
    <p:extLst>
      <p:ext uri="{BB962C8B-B14F-4D97-AF65-F5344CB8AC3E}">
        <p14:creationId xmlns:p14="http://schemas.microsoft.com/office/powerpoint/2010/main" val="3539227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22088040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lvl1pPr>
              <a:defRPr/>
            </a:lvl1pPr>
          </a:lstStyle>
          <a:p>
            <a:r>
              <a:rPr lang="en-US"/>
              <a:t>Agenda, Arial 20 pt.</a:t>
            </a:r>
            <a:endParaRPr lang="de-DE"/>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10" name="Tabellenplatzhalter 9">
            <a:extLst>
              <a:ext uri="{FF2B5EF4-FFF2-40B4-BE49-F238E27FC236}">
                <a16:creationId xmlns:a16="http://schemas.microsoft.com/office/drawing/2014/main" id="{B835D5A0-AFAB-1FC7-AC6A-99FD71803CA4}"/>
              </a:ext>
            </a:extLst>
          </p:cNvPr>
          <p:cNvSpPr>
            <a:spLocks noGrp="1"/>
          </p:cNvSpPr>
          <p:nvPr>
            <p:ph type="tbl" sz="quarter" idx="17" hasCustomPrompt="1"/>
          </p:nvPr>
        </p:nvSpPr>
        <p:spPr>
          <a:xfrm>
            <a:off x="595313" y="1636713"/>
            <a:ext cx="10999787" cy="4391930"/>
          </a:xfrm>
        </p:spPr>
        <p:txBody>
          <a:bodyPr/>
          <a:lstStyle>
            <a:lvl1pPr>
              <a:defRPr/>
            </a:lvl1pPr>
          </a:lstStyle>
          <a:p>
            <a:r>
              <a:rPr lang="en-US"/>
              <a:t>Table</a:t>
            </a:r>
          </a:p>
        </p:txBody>
      </p:sp>
    </p:spTree>
    <p:extLst>
      <p:ext uri="{BB962C8B-B14F-4D97-AF65-F5344CB8AC3E}">
        <p14:creationId xmlns:p14="http://schemas.microsoft.com/office/powerpoint/2010/main" val="1079012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Divider">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185C9CE2-E2AD-1DFF-38D9-BC5B0DB721AA}"/>
              </a:ext>
            </a:extLst>
          </p:cNvPr>
          <p:cNvGraphicFramePr>
            <a:graphicFrameLocks noChangeAspect="1"/>
          </p:cNvGraphicFramePr>
          <p:nvPr>
            <p:custDataLst>
              <p:tags r:id="rId1"/>
            </p:custDataLst>
            <p:extLst>
              <p:ext uri="{D42A27DB-BD31-4B8C-83A1-F6EECF244321}">
                <p14:modId xmlns:p14="http://schemas.microsoft.com/office/powerpoint/2010/main" val="14198713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9" name="Objekt 8" hidden="1">
                        <a:extLst>
                          <a:ext uri="{FF2B5EF4-FFF2-40B4-BE49-F238E27FC236}">
                            <a16:creationId xmlns:a16="http://schemas.microsoft.com/office/drawing/2014/main" id="{185C9CE2-E2AD-1DFF-38D9-BC5B0DB721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Rechteck 14">
            <a:extLst>
              <a:ext uri="{FF2B5EF4-FFF2-40B4-BE49-F238E27FC236}">
                <a16:creationId xmlns:a16="http://schemas.microsoft.com/office/drawing/2014/main" id="{686D5034-C9AB-04BE-59EC-989D8B623346}"/>
              </a:ext>
            </a:extLst>
          </p:cNvPr>
          <p:cNvSpPr/>
          <p:nvPr/>
        </p:nvSpPr>
        <p:spPr>
          <a:xfrm>
            <a:off x="0" y="0"/>
            <a:ext cx="12192000" cy="6858000"/>
          </a:xfrm>
          <a:prstGeom prst="rect">
            <a:avLst/>
          </a:prstGeom>
          <a:solidFill>
            <a:schemeClr val="accent1"/>
          </a:solidFill>
          <a:ln>
            <a:noFill/>
          </a:ln>
        </p:spPr>
        <p:txBody>
          <a:bodyPr vert="horz" lIns="72000" tIns="72000" rIns="72000" bIns="72000" rtlCol="0" anchor="ctr">
            <a:noAutofit/>
          </a:bodyPr>
          <a:lstStyle/>
          <a:p>
            <a:pPr algn="ctr">
              <a:spcBef>
                <a:spcPts val="600"/>
              </a:spcBef>
            </a:pPr>
            <a:endParaRPr lang="de-DE" sz="1200"/>
          </a:p>
        </p:txBody>
      </p:sp>
      <p:sp>
        <p:nvSpPr>
          <p:cNvPr id="2" name="Titel 1">
            <a:extLst>
              <a:ext uri="{FF2B5EF4-FFF2-40B4-BE49-F238E27FC236}">
                <a16:creationId xmlns:a16="http://schemas.microsoft.com/office/drawing/2014/main" id="{2FB3B340-B8DD-45A2-67B2-E100C4E1D365}"/>
              </a:ext>
            </a:extLst>
          </p:cNvPr>
          <p:cNvSpPr>
            <a:spLocks noGrp="1"/>
          </p:cNvSpPr>
          <p:nvPr>
            <p:ph type="ctrTitle" hasCustomPrompt="1"/>
          </p:nvPr>
        </p:nvSpPr>
        <p:spPr>
          <a:xfrm>
            <a:off x="595313" y="2751892"/>
            <a:ext cx="10999787" cy="1354217"/>
          </a:xfrm>
        </p:spPr>
        <p:txBody>
          <a:bodyPr vert="horz" wrap="square" lIns="0" tIns="0" rIns="0" bIns="0" rtlCol="0" anchor="b">
            <a:noAutofit/>
          </a:bodyPr>
          <a:lstStyle>
            <a:lvl1pPr>
              <a:spcAft>
                <a:spcPts val="0"/>
              </a:spcAft>
              <a:defRPr lang="de-DE" sz="4400" dirty="0">
                <a:solidFill>
                  <a:schemeClr val="bg1"/>
                </a:solidFill>
                <a:ea typeface="+mn-ea"/>
                <a:cs typeface="+mn-cs"/>
              </a:defRPr>
            </a:lvl1pPr>
          </a:lstStyle>
          <a:p>
            <a:pPr marL="0" lvl="0"/>
            <a:r>
              <a:rPr lang="en-US"/>
              <a:t>01. Click to edit Master title style</a:t>
            </a:r>
            <a:br>
              <a:rPr lang="en-US"/>
            </a:br>
            <a:r>
              <a:rPr lang="en-US"/>
              <a:t>two lines</a:t>
            </a:r>
            <a:endParaRPr lang="de-DE"/>
          </a:p>
        </p:txBody>
      </p:sp>
      <p:sp>
        <p:nvSpPr>
          <p:cNvPr id="25" name="Rechteck 24">
            <a:extLst>
              <a:ext uri="{FF2B5EF4-FFF2-40B4-BE49-F238E27FC236}">
                <a16:creationId xmlns:a16="http://schemas.microsoft.com/office/drawing/2014/main" id="{461006A0-BB2B-877A-D5DA-707391424C8D}"/>
              </a:ext>
            </a:extLst>
          </p:cNvPr>
          <p:cNvSpPr/>
          <p:nvPr/>
        </p:nvSpPr>
        <p:spPr bwMode="gray">
          <a:xfrm>
            <a:off x="595313" y="4323934"/>
            <a:ext cx="360000"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400"/>
          </a:p>
        </p:txBody>
      </p:sp>
      <p:pic>
        <p:nvPicPr>
          <p:cNvPr id="28" name="Immagine 4" descr="logo.eps">
            <a:extLst>
              <a:ext uri="{FF2B5EF4-FFF2-40B4-BE49-F238E27FC236}">
                <a16:creationId xmlns:a16="http://schemas.microsoft.com/office/drawing/2014/main" id="{3594AFB9-855D-68B6-9464-168D81D3111A}"/>
              </a:ext>
            </a:extLst>
          </p:cNvPr>
          <p:cNvPicPr>
            <a:picLocks noChangeAspect="1"/>
          </p:cNvPicPr>
          <p:nvPr/>
        </p:nvPicPr>
        <p:blipFill>
          <a:blip r:embed="rId5" cstate="screen">
            <a:biLevel thresh="25000"/>
            <a:extLst>
              <a:ext uri="{28A0092B-C50C-407E-A947-70E740481C1C}">
                <a14:useLocalDpi xmlns:a14="http://schemas.microsoft.com/office/drawing/2010/main"/>
              </a:ext>
            </a:extLst>
          </a:blip>
          <a:stretch>
            <a:fillRect/>
          </a:stretch>
        </p:blipFill>
        <p:spPr bwMode="gray">
          <a:xfrm>
            <a:off x="9282052" y="6195060"/>
            <a:ext cx="2313049" cy="257761"/>
          </a:xfrm>
          <a:prstGeom prst="rect">
            <a:avLst/>
          </a:prstGeom>
        </p:spPr>
      </p:pic>
    </p:spTree>
    <p:extLst>
      <p:ext uri="{BB962C8B-B14F-4D97-AF65-F5344CB8AC3E}">
        <p14:creationId xmlns:p14="http://schemas.microsoft.com/office/powerpoint/2010/main" val="2958105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185C9CE2-E2AD-1DFF-38D9-BC5B0DB721AA}"/>
              </a:ext>
            </a:extLst>
          </p:cNvPr>
          <p:cNvGraphicFramePr>
            <a:graphicFrameLocks noChangeAspect="1"/>
          </p:cNvGraphicFramePr>
          <p:nvPr>
            <p:custDataLst>
              <p:tags r:id="rId1"/>
            </p:custDataLst>
            <p:extLst>
              <p:ext uri="{D42A27DB-BD31-4B8C-83A1-F6EECF244321}">
                <p14:modId xmlns:p14="http://schemas.microsoft.com/office/powerpoint/2010/main" val="2521228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9" name="Objekt 8" hidden="1">
                        <a:extLst>
                          <a:ext uri="{FF2B5EF4-FFF2-40B4-BE49-F238E27FC236}">
                            <a16:creationId xmlns:a16="http://schemas.microsoft.com/office/drawing/2014/main" id="{185C9CE2-E2AD-1DFF-38D9-BC5B0DB721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Rechteck 14">
            <a:extLst>
              <a:ext uri="{FF2B5EF4-FFF2-40B4-BE49-F238E27FC236}">
                <a16:creationId xmlns:a16="http://schemas.microsoft.com/office/drawing/2014/main" id="{686D5034-C9AB-04BE-59EC-989D8B623346}"/>
              </a:ext>
            </a:extLst>
          </p:cNvPr>
          <p:cNvSpPr/>
          <p:nvPr/>
        </p:nvSpPr>
        <p:spPr>
          <a:xfrm>
            <a:off x="0" y="0"/>
            <a:ext cx="12192000" cy="6858000"/>
          </a:xfrm>
          <a:prstGeom prst="rect">
            <a:avLst/>
          </a:prstGeom>
          <a:solidFill>
            <a:schemeClr val="accent1"/>
          </a:solidFill>
          <a:ln>
            <a:noFill/>
          </a:ln>
        </p:spPr>
        <p:txBody>
          <a:bodyPr vert="horz" lIns="72000" tIns="72000" rIns="72000" bIns="72000" rtlCol="0" anchor="ctr">
            <a:noAutofit/>
          </a:bodyPr>
          <a:lstStyle/>
          <a:p>
            <a:pPr algn="ctr">
              <a:spcBef>
                <a:spcPts val="600"/>
              </a:spcBef>
            </a:pPr>
            <a:endParaRPr lang="de-DE" sz="1200"/>
          </a:p>
        </p:txBody>
      </p:sp>
      <p:sp>
        <p:nvSpPr>
          <p:cNvPr id="2" name="Titel 1">
            <a:extLst>
              <a:ext uri="{FF2B5EF4-FFF2-40B4-BE49-F238E27FC236}">
                <a16:creationId xmlns:a16="http://schemas.microsoft.com/office/drawing/2014/main" id="{2FB3B340-B8DD-45A2-67B2-E100C4E1D365}"/>
              </a:ext>
            </a:extLst>
          </p:cNvPr>
          <p:cNvSpPr>
            <a:spLocks noGrp="1"/>
          </p:cNvSpPr>
          <p:nvPr>
            <p:ph type="ctrTitle" hasCustomPrompt="1"/>
          </p:nvPr>
        </p:nvSpPr>
        <p:spPr>
          <a:xfrm>
            <a:off x="1333500" y="2751892"/>
            <a:ext cx="10261600" cy="1354217"/>
          </a:xfrm>
        </p:spPr>
        <p:txBody>
          <a:bodyPr vert="horz" wrap="square" lIns="0" tIns="0" rIns="0" bIns="0" rtlCol="0" anchor="t">
            <a:noAutofit/>
          </a:bodyPr>
          <a:lstStyle>
            <a:lvl1pPr>
              <a:spcAft>
                <a:spcPts val="0"/>
              </a:spcAft>
              <a:defRPr lang="de-DE" sz="4400" dirty="0">
                <a:solidFill>
                  <a:schemeClr val="bg1"/>
                </a:solidFill>
                <a:ea typeface="+mn-ea"/>
                <a:cs typeface="+mn-cs"/>
              </a:defRPr>
            </a:lvl1pPr>
          </a:lstStyle>
          <a:p>
            <a:pPr marL="0" lvl="0"/>
            <a:r>
              <a:rPr lang="en-US"/>
              <a:t>Click to edit Master title style</a:t>
            </a:r>
            <a:br>
              <a:rPr lang="en-US"/>
            </a:br>
            <a:r>
              <a:rPr lang="en-US"/>
              <a:t>two lines</a:t>
            </a:r>
            <a:endParaRPr lang="de-DE"/>
          </a:p>
        </p:txBody>
      </p:sp>
      <p:pic>
        <p:nvPicPr>
          <p:cNvPr id="28" name="Immagine 4" descr="logo.eps">
            <a:extLst>
              <a:ext uri="{FF2B5EF4-FFF2-40B4-BE49-F238E27FC236}">
                <a16:creationId xmlns:a16="http://schemas.microsoft.com/office/drawing/2014/main" id="{3594AFB9-855D-68B6-9464-168D81D3111A}"/>
              </a:ext>
            </a:extLst>
          </p:cNvPr>
          <p:cNvPicPr>
            <a:picLocks noChangeAspect="1"/>
          </p:cNvPicPr>
          <p:nvPr/>
        </p:nvPicPr>
        <p:blipFill>
          <a:blip r:embed="rId5" cstate="screen">
            <a:biLevel thresh="25000"/>
            <a:extLst>
              <a:ext uri="{28A0092B-C50C-407E-A947-70E740481C1C}">
                <a14:useLocalDpi xmlns:a14="http://schemas.microsoft.com/office/drawing/2010/main"/>
              </a:ext>
            </a:extLst>
          </a:blip>
          <a:stretch>
            <a:fillRect/>
          </a:stretch>
        </p:blipFill>
        <p:spPr bwMode="gray">
          <a:xfrm>
            <a:off x="9282052" y="6195060"/>
            <a:ext cx="2313049" cy="257761"/>
          </a:xfrm>
          <a:prstGeom prst="rect">
            <a:avLst/>
          </a:prstGeom>
        </p:spPr>
      </p:pic>
      <p:grpSp>
        <p:nvGrpSpPr>
          <p:cNvPr id="3" name="Gruppieren 2">
            <a:extLst>
              <a:ext uri="{FF2B5EF4-FFF2-40B4-BE49-F238E27FC236}">
                <a16:creationId xmlns:a16="http://schemas.microsoft.com/office/drawing/2014/main" id="{71483C46-1547-B398-3836-563FA9795586}"/>
              </a:ext>
            </a:extLst>
          </p:cNvPr>
          <p:cNvGrpSpPr/>
          <p:nvPr/>
        </p:nvGrpSpPr>
        <p:grpSpPr>
          <a:xfrm rot="10800000">
            <a:off x="576263" y="2875755"/>
            <a:ext cx="561727" cy="533913"/>
            <a:chOff x="1166586" y="1920424"/>
            <a:chExt cx="392256" cy="372834"/>
          </a:xfrm>
          <a:solidFill>
            <a:schemeClr val="accent3"/>
          </a:solidFill>
        </p:grpSpPr>
        <p:sp>
          <p:nvSpPr>
            <p:cNvPr id="4" name="Grafik 12">
              <a:extLst>
                <a:ext uri="{FF2B5EF4-FFF2-40B4-BE49-F238E27FC236}">
                  <a16:creationId xmlns:a16="http://schemas.microsoft.com/office/drawing/2014/main" id="{F8E36A08-5933-C631-3863-A306AC2CBCB6}"/>
                </a:ext>
              </a:extLst>
            </p:cNvPr>
            <p:cNvSpPr/>
            <p:nvPr/>
          </p:nvSpPr>
          <p:spPr>
            <a:xfrm>
              <a:off x="1166586" y="1920424"/>
              <a:ext cx="176719" cy="372834"/>
            </a:xfrm>
            <a:custGeom>
              <a:avLst/>
              <a:gdLst>
                <a:gd name="connsiteX0" fmla="*/ 340700 w 340700"/>
                <a:gd name="connsiteY0" fmla="*/ 427353 h 718795"/>
                <a:gd name="connsiteX1" fmla="*/ 340700 w 340700"/>
                <a:gd name="connsiteY1" fmla="*/ 673643 h 718795"/>
                <a:gd name="connsiteX2" fmla="*/ 295547 w 340700"/>
                <a:gd name="connsiteY2" fmla="*/ 718796 h 718795"/>
                <a:gd name="connsiteX3" fmla="*/ 49258 w 340700"/>
                <a:gd name="connsiteY3" fmla="*/ 718796 h 718795"/>
                <a:gd name="connsiteX4" fmla="*/ 0 w 340700"/>
                <a:gd name="connsiteY4" fmla="*/ 673643 h 718795"/>
                <a:gd name="connsiteX5" fmla="*/ 0 w 340700"/>
                <a:gd name="connsiteY5" fmla="*/ 423248 h 718795"/>
                <a:gd name="connsiteX6" fmla="*/ 24629 w 340700"/>
                <a:gd name="connsiteY6" fmla="*/ 189273 h 718795"/>
                <a:gd name="connsiteX7" fmla="*/ 123145 w 340700"/>
                <a:gd name="connsiteY7" fmla="*/ 53814 h 718795"/>
                <a:gd name="connsiteX8" fmla="*/ 287338 w 340700"/>
                <a:gd name="connsiteY8" fmla="*/ 451 h 718795"/>
                <a:gd name="connsiteX9" fmla="*/ 340700 w 340700"/>
                <a:gd name="connsiteY9" fmla="*/ 45604 h 718795"/>
                <a:gd name="connsiteX10" fmla="*/ 340700 w 340700"/>
                <a:gd name="connsiteY10" fmla="*/ 103072 h 718795"/>
                <a:gd name="connsiteX11" fmla="*/ 307862 w 340700"/>
                <a:gd name="connsiteY11" fmla="*/ 148225 h 718795"/>
                <a:gd name="connsiteX12" fmla="*/ 197032 w 340700"/>
                <a:gd name="connsiteY12" fmla="*/ 205692 h 718795"/>
                <a:gd name="connsiteX13" fmla="*/ 172403 w 340700"/>
                <a:gd name="connsiteY13" fmla="*/ 345256 h 718795"/>
                <a:gd name="connsiteX14" fmla="*/ 172403 w 340700"/>
                <a:gd name="connsiteY14" fmla="*/ 378095 h 718795"/>
                <a:gd name="connsiteX15" fmla="*/ 291443 w 340700"/>
                <a:gd name="connsiteY15" fmla="*/ 378095 h 718795"/>
                <a:gd name="connsiteX16" fmla="*/ 340700 w 340700"/>
                <a:gd name="connsiteY16" fmla="*/ 427353 h 718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0700" h="718795">
                  <a:moveTo>
                    <a:pt x="340700" y="427353"/>
                  </a:moveTo>
                  <a:lnTo>
                    <a:pt x="340700" y="673643"/>
                  </a:lnTo>
                  <a:cubicBezTo>
                    <a:pt x="340700" y="698272"/>
                    <a:pt x="320176" y="718796"/>
                    <a:pt x="295547" y="718796"/>
                  </a:cubicBezTo>
                  <a:lnTo>
                    <a:pt x="49258" y="718796"/>
                  </a:lnTo>
                  <a:cubicBezTo>
                    <a:pt x="20524" y="718796"/>
                    <a:pt x="0" y="698272"/>
                    <a:pt x="0" y="673643"/>
                  </a:cubicBezTo>
                  <a:lnTo>
                    <a:pt x="0" y="423248"/>
                  </a:lnTo>
                  <a:cubicBezTo>
                    <a:pt x="0" y="324732"/>
                    <a:pt x="8210" y="246741"/>
                    <a:pt x="24629" y="189273"/>
                  </a:cubicBezTo>
                  <a:cubicBezTo>
                    <a:pt x="41048" y="131805"/>
                    <a:pt x="69782" y="90757"/>
                    <a:pt x="123145" y="53814"/>
                  </a:cubicBezTo>
                  <a:cubicBezTo>
                    <a:pt x="164193" y="25080"/>
                    <a:pt x="217556" y="8661"/>
                    <a:pt x="287338" y="451"/>
                  </a:cubicBezTo>
                  <a:cubicBezTo>
                    <a:pt x="316072" y="-3654"/>
                    <a:pt x="340700" y="20975"/>
                    <a:pt x="340700" y="45604"/>
                  </a:cubicBezTo>
                  <a:lnTo>
                    <a:pt x="340700" y="103072"/>
                  </a:lnTo>
                  <a:cubicBezTo>
                    <a:pt x="340700" y="123596"/>
                    <a:pt x="328386" y="144120"/>
                    <a:pt x="307862" y="148225"/>
                  </a:cubicBezTo>
                  <a:cubicBezTo>
                    <a:pt x="262709" y="160539"/>
                    <a:pt x="221661" y="172854"/>
                    <a:pt x="197032" y="205692"/>
                  </a:cubicBezTo>
                  <a:cubicBezTo>
                    <a:pt x="172403" y="238531"/>
                    <a:pt x="172403" y="291894"/>
                    <a:pt x="172403" y="345256"/>
                  </a:cubicBezTo>
                  <a:cubicBezTo>
                    <a:pt x="172403" y="353466"/>
                    <a:pt x="172403" y="361676"/>
                    <a:pt x="172403" y="378095"/>
                  </a:cubicBezTo>
                  <a:lnTo>
                    <a:pt x="291443" y="378095"/>
                  </a:lnTo>
                  <a:cubicBezTo>
                    <a:pt x="320176" y="382200"/>
                    <a:pt x="340700" y="402724"/>
                    <a:pt x="340700" y="427353"/>
                  </a:cubicBezTo>
                  <a:close/>
                </a:path>
              </a:pathLst>
            </a:custGeom>
            <a:grpFill/>
            <a:ln w="38100" cap="flat">
              <a:solidFill>
                <a:schemeClr val="accent1"/>
              </a:solidFill>
              <a:prstDash val="solid"/>
              <a:miter/>
            </a:ln>
          </p:spPr>
          <p:txBody>
            <a:bodyPr rtlCol="0" anchor="ctr"/>
            <a:lstStyle/>
            <a:p>
              <a:endParaRPr lang="en-US"/>
            </a:p>
          </p:txBody>
        </p:sp>
        <p:sp>
          <p:nvSpPr>
            <p:cNvPr id="5" name="Grafik 12">
              <a:extLst>
                <a:ext uri="{FF2B5EF4-FFF2-40B4-BE49-F238E27FC236}">
                  <a16:creationId xmlns:a16="http://schemas.microsoft.com/office/drawing/2014/main" id="{ED344319-70F3-C5FE-FCA4-BD7C598C1CC8}"/>
                </a:ext>
              </a:extLst>
            </p:cNvPr>
            <p:cNvSpPr/>
            <p:nvPr/>
          </p:nvSpPr>
          <p:spPr>
            <a:xfrm>
              <a:off x="1382123" y="1920424"/>
              <a:ext cx="176719" cy="372834"/>
            </a:xfrm>
            <a:custGeom>
              <a:avLst/>
              <a:gdLst>
                <a:gd name="connsiteX0" fmla="*/ 340700 w 340700"/>
                <a:gd name="connsiteY0" fmla="*/ 427353 h 718795"/>
                <a:gd name="connsiteX1" fmla="*/ 340700 w 340700"/>
                <a:gd name="connsiteY1" fmla="*/ 673643 h 718795"/>
                <a:gd name="connsiteX2" fmla="*/ 295547 w 340700"/>
                <a:gd name="connsiteY2" fmla="*/ 718796 h 718795"/>
                <a:gd name="connsiteX3" fmla="*/ 49258 w 340700"/>
                <a:gd name="connsiteY3" fmla="*/ 718796 h 718795"/>
                <a:gd name="connsiteX4" fmla="*/ 0 w 340700"/>
                <a:gd name="connsiteY4" fmla="*/ 673643 h 718795"/>
                <a:gd name="connsiteX5" fmla="*/ 0 w 340700"/>
                <a:gd name="connsiteY5" fmla="*/ 423248 h 718795"/>
                <a:gd name="connsiteX6" fmla="*/ 24629 w 340700"/>
                <a:gd name="connsiteY6" fmla="*/ 189273 h 718795"/>
                <a:gd name="connsiteX7" fmla="*/ 123145 w 340700"/>
                <a:gd name="connsiteY7" fmla="*/ 53814 h 718795"/>
                <a:gd name="connsiteX8" fmla="*/ 287338 w 340700"/>
                <a:gd name="connsiteY8" fmla="*/ 451 h 718795"/>
                <a:gd name="connsiteX9" fmla="*/ 340700 w 340700"/>
                <a:gd name="connsiteY9" fmla="*/ 45604 h 718795"/>
                <a:gd name="connsiteX10" fmla="*/ 340700 w 340700"/>
                <a:gd name="connsiteY10" fmla="*/ 103072 h 718795"/>
                <a:gd name="connsiteX11" fmla="*/ 307862 w 340700"/>
                <a:gd name="connsiteY11" fmla="*/ 148225 h 718795"/>
                <a:gd name="connsiteX12" fmla="*/ 197032 w 340700"/>
                <a:gd name="connsiteY12" fmla="*/ 205692 h 718795"/>
                <a:gd name="connsiteX13" fmla="*/ 172403 w 340700"/>
                <a:gd name="connsiteY13" fmla="*/ 345256 h 718795"/>
                <a:gd name="connsiteX14" fmla="*/ 172403 w 340700"/>
                <a:gd name="connsiteY14" fmla="*/ 378095 h 718795"/>
                <a:gd name="connsiteX15" fmla="*/ 291443 w 340700"/>
                <a:gd name="connsiteY15" fmla="*/ 378095 h 718795"/>
                <a:gd name="connsiteX16" fmla="*/ 340700 w 340700"/>
                <a:gd name="connsiteY16" fmla="*/ 427353 h 718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0700" h="718795">
                  <a:moveTo>
                    <a:pt x="340700" y="427353"/>
                  </a:moveTo>
                  <a:lnTo>
                    <a:pt x="340700" y="673643"/>
                  </a:lnTo>
                  <a:cubicBezTo>
                    <a:pt x="340700" y="698272"/>
                    <a:pt x="320176" y="718796"/>
                    <a:pt x="295547" y="718796"/>
                  </a:cubicBezTo>
                  <a:lnTo>
                    <a:pt x="49258" y="718796"/>
                  </a:lnTo>
                  <a:cubicBezTo>
                    <a:pt x="20524" y="718796"/>
                    <a:pt x="0" y="698272"/>
                    <a:pt x="0" y="673643"/>
                  </a:cubicBezTo>
                  <a:lnTo>
                    <a:pt x="0" y="423248"/>
                  </a:lnTo>
                  <a:cubicBezTo>
                    <a:pt x="0" y="324732"/>
                    <a:pt x="8210" y="246741"/>
                    <a:pt x="24629" y="189273"/>
                  </a:cubicBezTo>
                  <a:cubicBezTo>
                    <a:pt x="41048" y="131805"/>
                    <a:pt x="69782" y="90757"/>
                    <a:pt x="123145" y="53814"/>
                  </a:cubicBezTo>
                  <a:cubicBezTo>
                    <a:pt x="164193" y="25080"/>
                    <a:pt x="217556" y="8661"/>
                    <a:pt x="287338" y="451"/>
                  </a:cubicBezTo>
                  <a:cubicBezTo>
                    <a:pt x="316072" y="-3654"/>
                    <a:pt x="340700" y="20975"/>
                    <a:pt x="340700" y="45604"/>
                  </a:cubicBezTo>
                  <a:lnTo>
                    <a:pt x="340700" y="103072"/>
                  </a:lnTo>
                  <a:cubicBezTo>
                    <a:pt x="340700" y="123596"/>
                    <a:pt x="328386" y="144120"/>
                    <a:pt x="307862" y="148225"/>
                  </a:cubicBezTo>
                  <a:cubicBezTo>
                    <a:pt x="262709" y="160539"/>
                    <a:pt x="221661" y="172854"/>
                    <a:pt x="197032" y="205692"/>
                  </a:cubicBezTo>
                  <a:cubicBezTo>
                    <a:pt x="172403" y="238531"/>
                    <a:pt x="172403" y="291894"/>
                    <a:pt x="172403" y="345256"/>
                  </a:cubicBezTo>
                  <a:cubicBezTo>
                    <a:pt x="172403" y="353466"/>
                    <a:pt x="172403" y="361676"/>
                    <a:pt x="172403" y="378095"/>
                  </a:cubicBezTo>
                  <a:lnTo>
                    <a:pt x="291443" y="378095"/>
                  </a:lnTo>
                  <a:cubicBezTo>
                    <a:pt x="320176" y="382200"/>
                    <a:pt x="340700" y="402724"/>
                    <a:pt x="340700" y="427353"/>
                  </a:cubicBezTo>
                  <a:close/>
                </a:path>
              </a:pathLst>
            </a:custGeom>
            <a:grpFill/>
            <a:ln w="38100" cap="flat">
              <a:solidFill>
                <a:schemeClr val="accent1"/>
              </a:solidFill>
              <a:prstDash val="solid"/>
              <a:miter/>
            </a:ln>
          </p:spPr>
          <p:txBody>
            <a:bodyPr rtlCol="0" anchor="ctr"/>
            <a:lstStyle/>
            <a:p>
              <a:endParaRPr lang="en-US"/>
            </a:p>
          </p:txBody>
        </p:sp>
      </p:grpSp>
      <p:sp>
        <p:nvSpPr>
          <p:cNvPr id="45" name="Textplatzhalter 6">
            <a:extLst>
              <a:ext uri="{FF2B5EF4-FFF2-40B4-BE49-F238E27FC236}">
                <a16:creationId xmlns:a16="http://schemas.microsoft.com/office/drawing/2014/main" id="{83B17192-C909-8F6F-4D24-6D9FD1BA636A}"/>
              </a:ext>
            </a:extLst>
          </p:cNvPr>
          <p:cNvSpPr>
            <a:spLocks noGrp="1"/>
          </p:cNvSpPr>
          <p:nvPr>
            <p:ph type="body" sz="quarter" idx="18" hasCustomPrompt="1"/>
          </p:nvPr>
        </p:nvSpPr>
        <p:spPr>
          <a:xfrm>
            <a:off x="1333500" y="4485639"/>
            <a:ext cx="10261600" cy="215444"/>
          </a:xfrm>
        </p:spPr>
        <p:txBody>
          <a:bodyPr>
            <a:noAutofit/>
          </a:bodyPr>
          <a:lstStyle>
            <a:lvl1pPr>
              <a:spcAft>
                <a:spcPts val="0"/>
              </a:spcAft>
              <a:defRPr sz="1400">
                <a:solidFill>
                  <a:schemeClr val="bg1"/>
                </a:solidFill>
              </a:defRPr>
            </a:lvl1pPr>
          </a:lstStyle>
          <a:p>
            <a:pPr lvl="0"/>
            <a:r>
              <a:rPr lang="de-DE"/>
              <a:t>- Name</a:t>
            </a:r>
            <a:endParaRPr lang="en-US"/>
          </a:p>
        </p:txBody>
      </p:sp>
      <p:sp>
        <p:nvSpPr>
          <p:cNvPr id="46" name="Rechteck 45">
            <a:extLst>
              <a:ext uri="{FF2B5EF4-FFF2-40B4-BE49-F238E27FC236}">
                <a16:creationId xmlns:a16="http://schemas.microsoft.com/office/drawing/2014/main" id="{97D3E5DE-0DDD-6454-EBF7-EA6FEA785404}"/>
              </a:ext>
            </a:extLst>
          </p:cNvPr>
          <p:cNvSpPr/>
          <p:nvPr/>
        </p:nvSpPr>
        <p:spPr bwMode="gray">
          <a:xfrm>
            <a:off x="1333500" y="4323934"/>
            <a:ext cx="360000"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400"/>
          </a:p>
        </p:txBody>
      </p:sp>
    </p:spTree>
    <p:extLst>
      <p:ext uri="{BB962C8B-B14F-4D97-AF65-F5344CB8AC3E}">
        <p14:creationId xmlns:p14="http://schemas.microsoft.com/office/powerpoint/2010/main" val="145862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360350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p>
            <a:r>
              <a:rPr lang="en-US"/>
              <a:t>Click to edit title style</a:t>
            </a:r>
            <a:br>
              <a:rPr lang="en-US"/>
            </a:br>
            <a:r>
              <a:rPr lang="en-US"/>
              <a:t>two lines, Arial 20 pt.</a:t>
            </a:r>
            <a:endParaRPr lang="de-DE"/>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10" name="Textplatzhalter 10">
            <a:extLst>
              <a:ext uri="{FF2B5EF4-FFF2-40B4-BE49-F238E27FC236}">
                <a16:creationId xmlns:a16="http://schemas.microsoft.com/office/drawing/2014/main" id="{2853974F-1C2E-DCCD-3E2E-AAC228CBD7DC}"/>
              </a:ext>
            </a:extLst>
          </p:cNvPr>
          <p:cNvSpPr>
            <a:spLocks noGrp="1"/>
          </p:cNvSpPr>
          <p:nvPr>
            <p:ph type="body" sz="quarter" idx="14" hasCustomPrompt="1"/>
          </p:nvPr>
        </p:nvSpPr>
        <p:spPr>
          <a:xfrm>
            <a:off x="595313" y="6167142"/>
            <a:ext cx="10999787" cy="276999"/>
          </a:xfrm>
        </p:spPr>
        <p:txBody>
          <a:bodyPr vert="horz" lIns="0" tIns="0" rIns="0" bIns="0" rtlCol="0" anchor="b">
            <a:noAutofit/>
          </a:bodyPr>
          <a:lstStyle>
            <a:lvl1pPr>
              <a:defRPr lang="de-DE" sz="600" dirty="0" smtClean="0">
                <a:solidFill>
                  <a:schemeClr val="accent4"/>
                </a:solidFill>
              </a:defRPr>
            </a:lvl1pPr>
          </a:lstStyle>
          <a:p>
            <a:pPr lvl="0">
              <a:spcAft>
                <a:spcPts val="0"/>
              </a:spcAft>
            </a:pPr>
            <a:r>
              <a:rPr lang="de-DE"/>
              <a:t>Source, Arial 6 pt. </a:t>
            </a:r>
          </a:p>
        </p:txBody>
      </p:sp>
      <p:sp>
        <p:nvSpPr>
          <p:cNvPr id="11" name="Textplatzhalter 13">
            <a:extLst>
              <a:ext uri="{FF2B5EF4-FFF2-40B4-BE49-F238E27FC236}">
                <a16:creationId xmlns:a16="http://schemas.microsoft.com/office/drawing/2014/main" id="{A9037845-3AC6-0257-AB04-F71A9CB2D603}"/>
              </a:ext>
            </a:extLst>
          </p:cNvPr>
          <p:cNvSpPr>
            <a:spLocks noGrp="1"/>
          </p:cNvSpPr>
          <p:nvPr>
            <p:ph type="body" sz="quarter" idx="16" hasCustomPrompt="1"/>
          </p:nvPr>
        </p:nvSpPr>
        <p:spPr>
          <a:xfrm>
            <a:off x="595313" y="195962"/>
            <a:ext cx="10999787" cy="138499"/>
          </a:xfrm>
        </p:spPr>
        <p:txBody>
          <a:bodyPr vert="horz" lIns="0" tIns="0" rIns="0" bIns="0" rtlCol="0">
            <a:noAutofit/>
          </a:bodyPr>
          <a:lstStyle>
            <a:lvl1pPr>
              <a:spcAft>
                <a:spcPts val="0"/>
              </a:spcAft>
              <a:defRPr lang="de-DE" sz="900" b="0" smtClean="0">
                <a:solidFill>
                  <a:schemeClr val="accent1"/>
                </a:solidFill>
              </a:defRPr>
            </a:lvl1pPr>
            <a:lvl2pPr>
              <a:defRPr lang="de-DE" smtClean="0"/>
            </a:lvl2pPr>
            <a:lvl3pPr>
              <a:defRPr lang="de-DE" smtClean="0"/>
            </a:lvl3pPr>
            <a:lvl4pPr>
              <a:defRPr lang="de-DE" smtClean="0"/>
            </a:lvl4pPr>
            <a:lvl5pPr>
              <a:defRPr lang="en-US"/>
            </a:lvl5pPr>
          </a:lstStyle>
          <a:p>
            <a:pPr lvl="0">
              <a:buFont typeface="Arial" panose="020B0604020202020204" pitchFamily="34" charset="0"/>
            </a:pPr>
            <a:r>
              <a:rPr lang="de-DE"/>
              <a:t>Header, </a:t>
            </a:r>
            <a:r>
              <a:rPr lang="de-DE" err="1"/>
              <a:t>Jungle</a:t>
            </a:r>
            <a:r>
              <a:rPr lang="de-DE"/>
              <a:t> Green, 9pt. </a:t>
            </a:r>
          </a:p>
        </p:txBody>
      </p:sp>
      <p:sp>
        <p:nvSpPr>
          <p:cNvPr id="7" name="Textplatzhalter 6">
            <a:extLst>
              <a:ext uri="{FF2B5EF4-FFF2-40B4-BE49-F238E27FC236}">
                <a16:creationId xmlns:a16="http://schemas.microsoft.com/office/drawing/2014/main" id="{DAE944D5-BCB8-13CF-3F58-A36E7A418CC9}"/>
              </a:ext>
            </a:extLst>
          </p:cNvPr>
          <p:cNvSpPr>
            <a:spLocks noGrp="1"/>
          </p:cNvSpPr>
          <p:nvPr>
            <p:ph type="body" sz="quarter" idx="18" hasCustomPrompt="1"/>
          </p:nvPr>
        </p:nvSpPr>
        <p:spPr>
          <a:xfrm>
            <a:off x="595313" y="1193800"/>
            <a:ext cx="10999787" cy="215444"/>
          </a:xfrm>
        </p:spPr>
        <p:txBody>
          <a:bodyPr>
            <a:noAutofit/>
          </a:bodyPr>
          <a:lstStyle>
            <a:lvl1pPr>
              <a:spcAft>
                <a:spcPts val="0"/>
              </a:spcAft>
              <a:defRPr sz="1400">
                <a:solidFill>
                  <a:schemeClr val="accent1"/>
                </a:solidFill>
              </a:defRPr>
            </a:lvl1pPr>
          </a:lstStyle>
          <a:p>
            <a:pPr lvl="0"/>
            <a:r>
              <a:rPr lang="de-DE"/>
              <a:t>Subheadline</a:t>
            </a:r>
            <a:endParaRPr lang="en-US"/>
          </a:p>
        </p:txBody>
      </p:sp>
    </p:spTree>
    <p:extLst>
      <p:ext uri="{BB962C8B-B14F-4D97-AF65-F5344CB8AC3E}">
        <p14:creationId xmlns:p14="http://schemas.microsoft.com/office/powerpoint/2010/main" val="57233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360350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p>
            <a:r>
              <a:rPr lang="en-US"/>
              <a:t>Click to edit title style</a:t>
            </a:r>
            <a:br>
              <a:rPr lang="en-US"/>
            </a:br>
            <a:r>
              <a:rPr lang="en-US"/>
              <a:t>two lines, Arial 20 pt.</a:t>
            </a:r>
            <a:endParaRPr lang="de-DE"/>
          </a:p>
        </p:txBody>
      </p:sp>
      <p:sp>
        <p:nvSpPr>
          <p:cNvPr id="3" name="Inhaltsplatzhalter 2">
            <a:extLst>
              <a:ext uri="{FF2B5EF4-FFF2-40B4-BE49-F238E27FC236}">
                <a16:creationId xmlns:a16="http://schemas.microsoft.com/office/drawing/2014/main" id="{6868DF96-4335-75D0-8219-98C523538605}"/>
              </a:ext>
            </a:extLst>
          </p:cNvPr>
          <p:cNvSpPr>
            <a:spLocks noGrp="1"/>
          </p:cNvSpPr>
          <p:nvPr>
            <p:ph idx="1" hasCustomPrompt="1"/>
          </p:nvPr>
        </p:nvSpPr>
        <p:spPr/>
        <p:txBody>
          <a:body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10" name="Textplatzhalter 10">
            <a:extLst>
              <a:ext uri="{FF2B5EF4-FFF2-40B4-BE49-F238E27FC236}">
                <a16:creationId xmlns:a16="http://schemas.microsoft.com/office/drawing/2014/main" id="{2853974F-1C2E-DCCD-3E2E-AAC228CBD7DC}"/>
              </a:ext>
            </a:extLst>
          </p:cNvPr>
          <p:cNvSpPr>
            <a:spLocks noGrp="1"/>
          </p:cNvSpPr>
          <p:nvPr>
            <p:ph type="body" sz="quarter" idx="14" hasCustomPrompt="1"/>
          </p:nvPr>
        </p:nvSpPr>
        <p:spPr>
          <a:xfrm>
            <a:off x="595313" y="6167142"/>
            <a:ext cx="10999787" cy="276999"/>
          </a:xfrm>
        </p:spPr>
        <p:txBody>
          <a:bodyPr vert="horz" lIns="0" tIns="0" rIns="0" bIns="0" rtlCol="0" anchor="b">
            <a:noAutofit/>
          </a:bodyPr>
          <a:lstStyle>
            <a:lvl1pPr>
              <a:defRPr lang="de-DE" sz="600" dirty="0" smtClean="0">
                <a:solidFill>
                  <a:schemeClr val="accent4"/>
                </a:solidFill>
              </a:defRPr>
            </a:lvl1pPr>
          </a:lstStyle>
          <a:p>
            <a:pPr lvl="0">
              <a:spcAft>
                <a:spcPts val="0"/>
              </a:spcAft>
            </a:pPr>
            <a:r>
              <a:rPr lang="de-DE"/>
              <a:t>Source, Arial 6 pt. </a:t>
            </a:r>
          </a:p>
        </p:txBody>
      </p:sp>
      <p:sp>
        <p:nvSpPr>
          <p:cNvPr id="11" name="Textplatzhalter 13">
            <a:extLst>
              <a:ext uri="{FF2B5EF4-FFF2-40B4-BE49-F238E27FC236}">
                <a16:creationId xmlns:a16="http://schemas.microsoft.com/office/drawing/2014/main" id="{A9037845-3AC6-0257-AB04-F71A9CB2D603}"/>
              </a:ext>
            </a:extLst>
          </p:cNvPr>
          <p:cNvSpPr>
            <a:spLocks noGrp="1"/>
          </p:cNvSpPr>
          <p:nvPr>
            <p:ph type="body" sz="quarter" idx="16" hasCustomPrompt="1"/>
          </p:nvPr>
        </p:nvSpPr>
        <p:spPr>
          <a:xfrm>
            <a:off x="595313" y="195962"/>
            <a:ext cx="10999787" cy="138499"/>
          </a:xfrm>
        </p:spPr>
        <p:txBody>
          <a:bodyPr vert="horz" lIns="0" tIns="0" rIns="0" bIns="0" rtlCol="0">
            <a:noAutofit/>
          </a:bodyPr>
          <a:lstStyle>
            <a:lvl1pPr>
              <a:spcAft>
                <a:spcPts val="0"/>
              </a:spcAft>
              <a:defRPr lang="de-DE" sz="900" b="0" smtClean="0">
                <a:solidFill>
                  <a:schemeClr val="accent1"/>
                </a:solidFill>
              </a:defRPr>
            </a:lvl1pPr>
            <a:lvl2pPr>
              <a:defRPr lang="de-DE" smtClean="0"/>
            </a:lvl2pPr>
            <a:lvl3pPr>
              <a:defRPr lang="de-DE" smtClean="0"/>
            </a:lvl3pPr>
            <a:lvl4pPr>
              <a:defRPr lang="de-DE" smtClean="0"/>
            </a:lvl4pPr>
            <a:lvl5pPr>
              <a:defRPr lang="en-US"/>
            </a:lvl5pPr>
          </a:lstStyle>
          <a:p>
            <a:pPr lvl="0">
              <a:buFont typeface="Arial" panose="020B0604020202020204" pitchFamily="34" charset="0"/>
            </a:pPr>
            <a:r>
              <a:rPr lang="de-DE"/>
              <a:t>Header, </a:t>
            </a:r>
            <a:r>
              <a:rPr lang="de-DE" err="1"/>
              <a:t>Jungle</a:t>
            </a:r>
            <a:r>
              <a:rPr lang="de-DE"/>
              <a:t> Green, 9pt. </a:t>
            </a:r>
          </a:p>
        </p:txBody>
      </p:sp>
      <p:sp>
        <p:nvSpPr>
          <p:cNvPr id="7" name="Textplatzhalter 6">
            <a:extLst>
              <a:ext uri="{FF2B5EF4-FFF2-40B4-BE49-F238E27FC236}">
                <a16:creationId xmlns:a16="http://schemas.microsoft.com/office/drawing/2014/main" id="{DAE944D5-BCB8-13CF-3F58-A36E7A418CC9}"/>
              </a:ext>
            </a:extLst>
          </p:cNvPr>
          <p:cNvSpPr>
            <a:spLocks noGrp="1"/>
          </p:cNvSpPr>
          <p:nvPr>
            <p:ph type="body" sz="quarter" idx="18" hasCustomPrompt="1"/>
          </p:nvPr>
        </p:nvSpPr>
        <p:spPr>
          <a:xfrm>
            <a:off x="595313" y="1193800"/>
            <a:ext cx="10999787" cy="215444"/>
          </a:xfrm>
        </p:spPr>
        <p:txBody>
          <a:bodyPr>
            <a:noAutofit/>
          </a:bodyPr>
          <a:lstStyle>
            <a:lvl1pPr>
              <a:spcAft>
                <a:spcPts val="0"/>
              </a:spcAft>
              <a:defRPr sz="1400">
                <a:solidFill>
                  <a:schemeClr val="accent1"/>
                </a:solidFill>
              </a:defRPr>
            </a:lvl1pPr>
          </a:lstStyle>
          <a:p>
            <a:pPr lvl="0"/>
            <a:r>
              <a:rPr lang="de-DE"/>
              <a:t>Subheadline</a:t>
            </a:r>
            <a:endParaRPr lang="en-US"/>
          </a:p>
        </p:txBody>
      </p:sp>
    </p:spTree>
    <p:extLst>
      <p:ext uri="{BB962C8B-B14F-4D97-AF65-F5344CB8AC3E}">
        <p14:creationId xmlns:p14="http://schemas.microsoft.com/office/powerpoint/2010/main" val="2821935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mp; Content with Key Message">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360350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p>
            <a:r>
              <a:rPr lang="en-US"/>
              <a:t>Click to edit title style</a:t>
            </a:r>
            <a:br>
              <a:rPr lang="en-US"/>
            </a:br>
            <a:r>
              <a:rPr lang="en-US"/>
              <a:t>two lines, Arial 20 pt.</a:t>
            </a:r>
            <a:endParaRPr lang="de-DE"/>
          </a:p>
        </p:txBody>
      </p:sp>
      <p:sp>
        <p:nvSpPr>
          <p:cNvPr id="3" name="Inhaltsplatzhalter 2">
            <a:extLst>
              <a:ext uri="{FF2B5EF4-FFF2-40B4-BE49-F238E27FC236}">
                <a16:creationId xmlns:a16="http://schemas.microsoft.com/office/drawing/2014/main" id="{6868DF96-4335-75D0-8219-98C523538605}"/>
              </a:ext>
            </a:extLst>
          </p:cNvPr>
          <p:cNvSpPr>
            <a:spLocks noGrp="1"/>
          </p:cNvSpPr>
          <p:nvPr>
            <p:ph idx="1" hasCustomPrompt="1"/>
          </p:nvPr>
        </p:nvSpPr>
        <p:spPr>
          <a:xfrm>
            <a:off x="595313" y="1636712"/>
            <a:ext cx="10999787" cy="3468688"/>
          </a:xfrm>
        </p:spPr>
        <p:txBody>
          <a:body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10" name="Textplatzhalter 10">
            <a:extLst>
              <a:ext uri="{FF2B5EF4-FFF2-40B4-BE49-F238E27FC236}">
                <a16:creationId xmlns:a16="http://schemas.microsoft.com/office/drawing/2014/main" id="{2853974F-1C2E-DCCD-3E2E-AAC228CBD7DC}"/>
              </a:ext>
            </a:extLst>
          </p:cNvPr>
          <p:cNvSpPr>
            <a:spLocks noGrp="1"/>
          </p:cNvSpPr>
          <p:nvPr>
            <p:ph type="body" sz="quarter" idx="14" hasCustomPrompt="1"/>
          </p:nvPr>
        </p:nvSpPr>
        <p:spPr>
          <a:xfrm>
            <a:off x="595313" y="6167142"/>
            <a:ext cx="10999787" cy="276999"/>
          </a:xfrm>
        </p:spPr>
        <p:txBody>
          <a:bodyPr vert="horz" lIns="0" tIns="0" rIns="0" bIns="0" rtlCol="0" anchor="b">
            <a:noAutofit/>
          </a:bodyPr>
          <a:lstStyle>
            <a:lvl1pPr>
              <a:defRPr lang="de-DE" sz="600" dirty="0" smtClean="0">
                <a:solidFill>
                  <a:schemeClr val="accent4"/>
                </a:solidFill>
              </a:defRPr>
            </a:lvl1pPr>
          </a:lstStyle>
          <a:p>
            <a:pPr lvl="0">
              <a:spcAft>
                <a:spcPts val="0"/>
              </a:spcAft>
            </a:pPr>
            <a:r>
              <a:rPr lang="de-DE"/>
              <a:t>Source, Arial 6 pt. </a:t>
            </a:r>
          </a:p>
        </p:txBody>
      </p:sp>
      <p:sp>
        <p:nvSpPr>
          <p:cNvPr id="11" name="Textplatzhalter 13">
            <a:extLst>
              <a:ext uri="{FF2B5EF4-FFF2-40B4-BE49-F238E27FC236}">
                <a16:creationId xmlns:a16="http://schemas.microsoft.com/office/drawing/2014/main" id="{A9037845-3AC6-0257-AB04-F71A9CB2D603}"/>
              </a:ext>
            </a:extLst>
          </p:cNvPr>
          <p:cNvSpPr>
            <a:spLocks noGrp="1"/>
          </p:cNvSpPr>
          <p:nvPr>
            <p:ph type="body" sz="quarter" idx="16" hasCustomPrompt="1"/>
          </p:nvPr>
        </p:nvSpPr>
        <p:spPr>
          <a:xfrm>
            <a:off x="595313" y="195962"/>
            <a:ext cx="10999787" cy="138499"/>
          </a:xfrm>
        </p:spPr>
        <p:txBody>
          <a:bodyPr vert="horz" lIns="0" tIns="0" rIns="0" bIns="0" rtlCol="0">
            <a:noAutofit/>
          </a:bodyPr>
          <a:lstStyle>
            <a:lvl1pPr>
              <a:spcAft>
                <a:spcPts val="0"/>
              </a:spcAft>
              <a:defRPr lang="de-DE" sz="900" b="0" smtClean="0">
                <a:solidFill>
                  <a:schemeClr val="accent1"/>
                </a:solidFill>
              </a:defRPr>
            </a:lvl1pPr>
            <a:lvl2pPr>
              <a:defRPr lang="de-DE" smtClean="0"/>
            </a:lvl2pPr>
            <a:lvl3pPr>
              <a:defRPr lang="de-DE" smtClean="0"/>
            </a:lvl3pPr>
            <a:lvl4pPr>
              <a:defRPr lang="de-DE" smtClean="0"/>
            </a:lvl4pPr>
            <a:lvl5pPr>
              <a:defRPr lang="en-US"/>
            </a:lvl5pPr>
          </a:lstStyle>
          <a:p>
            <a:pPr lvl="0">
              <a:buFont typeface="Arial" panose="020B0604020202020204" pitchFamily="34" charset="0"/>
            </a:pPr>
            <a:r>
              <a:rPr lang="de-DE"/>
              <a:t>Header, </a:t>
            </a:r>
            <a:r>
              <a:rPr lang="de-DE" err="1"/>
              <a:t>Jungle</a:t>
            </a:r>
            <a:r>
              <a:rPr lang="de-DE"/>
              <a:t> Green, 9pt. </a:t>
            </a:r>
          </a:p>
        </p:txBody>
      </p:sp>
      <p:sp>
        <p:nvSpPr>
          <p:cNvPr id="7" name="Textplatzhalter 6">
            <a:extLst>
              <a:ext uri="{FF2B5EF4-FFF2-40B4-BE49-F238E27FC236}">
                <a16:creationId xmlns:a16="http://schemas.microsoft.com/office/drawing/2014/main" id="{DAE944D5-BCB8-13CF-3F58-A36E7A418CC9}"/>
              </a:ext>
            </a:extLst>
          </p:cNvPr>
          <p:cNvSpPr>
            <a:spLocks noGrp="1"/>
          </p:cNvSpPr>
          <p:nvPr>
            <p:ph type="body" sz="quarter" idx="18" hasCustomPrompt="1"/>
          </p:nvPr>
        </p:nvSpPr>
        <p:spPr>
          <a:xfrm>
            <a:off x="595313" y="1193800"/>
            <a:ext cx="10999787" cy="215444"/>
          </a:xfrm>
        </p:spPr>
        <p:txBody>
          <a:bodyPr>
            <a:noAutofit/>
          </a:bodyPr>
          <a:lstStyle>
            <a:lvl1pPr>
              <a:spcAft>
                <a:spcPts val="0"/>
              </a:spcAft>
              <a:defRPr sz="1400">
                <a:solidFill>
                  <a:schemeClr val="accent1"/>
                </a:solidFill>
              </a:defRPr>
            </a:lvl1pPr>
          </a:lstStyle>
          <a:p>
            <a:pPr lvl="0"/>
            <a:r>
              <a:rPr lang="de-DE"/>
              <a:t>Subheadline</a:t>
            </a:r>
            <a:endParaRPr lang="en-US"/>
          </a:p>
        </p:txBody>
      </p:sp>
      <p:sp>
        <p:nvSpPr>
          <p:cNvPr id="9" name="Textplatzhalter 10">
            <a:extLst>
              <a:ext uri="{FF2B5EF4-FFF2-40B4-BE49-F238E27FC236}">
                <a16:creationId xmlns:a16="http://schemas.microsoft.com/office/drawing/2014/main" id="{383092FC-59F3-7242-24B7-F886C083A532}"/>
              </a:ext>
            </a:extLst>
          </p:cNvPr>
          <p:cNvSpPr>
            <a:spLocks noGrp="1"/>
          </p:cNvSpPr>
          <p:nvPr>
            <p:ph type="body" sz="quarter" idx="20"/>
          </p:nvPr>
        </p:nvSpPr>
        <p:spPr>
          <a:xfrm>
            <a:off x="595312" y="5260777"/>
            <a:ext cx="11596687" cy="767866"/>
          </a:xfrm>
          <a:solidFill>
            <a:schemeClr val="accent1"/>
          </a:solidFill>
          <a:ln>
            <a:noFill/>
          </a:ln>
        </p:spPr>
        <p:txBody>
          <a:bodyPr lIns="144000" tIns="144000" rIns="144000" bIns="144000" anchor="ctr"/>
          <a:lstStyle>
            <a:lvl1pPr>
              <a:spcAft>
                <a:spcPts val="0"/>
              </a:spcAft>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p:txBody>
      </p:sp>
    </p:spTree>
    <p:extLst>
      <p:ext uri="{BB962C8B-B14F-4D97-AF65-F5344CB8AC3E}">
        <p14:creationId xmlns:p14="http://schemas.microsoft.com/office/powerpoint/2010/main" val="2549141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360350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p>
            <a:r>
              <a:rPr lang="en-US"/>
              <a:t>Click to edit title style</a:t>
            </a:r>
            <a:br>
              <a:rPr lang="en-US"/>
            </a:br>
            <a:r>
              <a:rPr lang="en-US"/>
              <a:t>two lines, Arial 20 pt.</a:t>
            </a:r>
            <a:endParaRPr lang="de-DE"/>
          </a:p>
        </p:txBody>
      </p:sp>
      <p:sp>
        <p:nvSpPr>
          <p:cNvPr id="3" name="Inhaltsplatzhalter 2">
            <a:extLst>
              <a:ext uri="{FF2B5EF4-FFF2-40B4-BE49-F238E27FC236}">
                <a16:creationId xmlns:a16="http://schemas.microsoft.com/office/drawing/2014/main" id="{6868DF96-4335-75D0-8219-98C523538605}"/>
              </a:ext>
            </a:extLst>
          </p:cNvPr>
          <p:cNvSpPr>
            <a:spLocks noGrp="1"/>
          </p:cNvSpPr>
          <p:nvPr>
            <p:ph idx="1" hasCustomPrompt="1"/>
          </p:nvPr>
        </p:nvSpPr>
        <p:spPr>
          <a:xfrm>
            <a:off x="595313" y="1636713"/>
            <a:ext cx="5250093" cy="4391930"/>
          </a:xfrm>
        </p:spPr>
        <p:txBody>
          <a:body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9" name="Textplatzhalter 10">
            <a:extLst>
              <a:ext uri="{FF2B5EF4-FFF2-40B4-BE49-F238E27FC236}">
                <a16:creationId xmlns:a16="http://schemas.microsoft.com/office/drawing/2014/main" id="{7FE5DB61-0D8E-20C7-C9BF-9119BBAB241A}"/>
              </a:ext>
            </a:extLst>
          </p:cNvPr>
          <p:cNvSpPr>
            <a:spLocks noGrp="1"/>
          </p:cNvSpPr>
          <p:nvPr>
            <p:ph type="body" sz="quarter" idx="14" hasCustomPrompt="1"/>
          </p:nvPr>
        </p:nvSpPr>
        <p:spPr>
          <a:xfrm>
            <a:off x="595313" y="6167142"/>
            <a:ext cx="10999787" cy="276999"/>
          </a:xfrm>
        </p:spPr>
        <p:txBody>
          <a:bodyPr vert="horz" lIns="0" tIns="0" rIns="0" bIns="0" rtlCol="0" anchor="b">
            <a:noAutofit/>
          </a:bodyPr>
          <a:lstStyle>
            <a:lvl1pPr>
              <a:defRPr lang="de-DE" sz="600" dirty="0" smtClean="0">
                <a:solidFill>
                  <a:schemeClr val="accent4"/>
                </a:solidFill>
              </a:defRPr>
            </a:lvl1pPr>
          </a:lstStyle>
          <a:p>
            <a:pPr lvl="0">
              <a:spcAft>
                <a:spcPts val="0"/>
              </a:spcAft>
            </a:pPr>
            <a:r>
              <a:rPr lang="de-DE"/>
              <a:t>Source, Arial 6 pt. </a:t>
            </a:r>
          </a:p>
        </p:txBody>
      </p:sp>
      <p:sp>
        <p:nvSpPr>
          <p:cNvPr id="12" name="Inhaltsplatzhalter 2">
            <a:extLst>
              <a:ext uri="{FF2B5EF4-FFF2-40B4-BE49-F238E27FC236}">
                <a16:creationId xmlns:a16="http://schemas.microsoft.com/office/drawing/2014/main" id="{E5E3DD5C-11DB-BDE3-1B1F-BF836BA73792}"/>
              </a:ext>
            </a:extLst>
          </p:cNvPr>
          <p:cNvSpPr>
            <a:spLocks noGrp="1"/>
          </p:cNvSpPr>
          <p:nvPr>
            <p:ph idx="15" hasCustomPrompt="1"/>
          </p:nvPr>
        </p:nvSpPr>
        <p:spPr>
          <a:xfrm>
            <a:off x="6345006" y="1636713"/>
            <a:ext cx="5250093" cy="4391930"/>
          </a:xfrm>
        </p:spPr>
        <p:txBody>
          <a:body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3" name="Textplatzhalter 12">
            <a:extLst>
              <a:ext uri="{FF2B5EF4-FFF2-40B4-BE49-F238E27FC236}">
                <a16:creationId xmlns:a16="http://schemas.microsoft.com/office/drawing/2014/main" id="{2BE6BAB3-6EBC-3183-8538-2927C18C8CBA}"/>
              </a:ext>
            </a:extLst>
          </p:cNvPr>
          <p:cNvSpPr>
            <a:spLocks noGrp="1"/>
          </p:cNvSpPr>
          <p:nvPr>
            <p:ph type="body" sz="quarter" idx="16" hasCustomPrompt="1"/>
          </p:nvPr>
        </p:nvSpPr>
        <p:spPr>
          <a:xfrm>
            <a:off x="6095207" y="1636712"/>
            <a:ext cx="0" cy="4391930"/>
          </a:xfrm>
          <a:ln>
            <a:solidFill>
              <a:schemeClr val="accent6">
                <a:lumMod val="75000"/>
              </a:schemeClr>
            </a:solidFill>
          </a:ln>
        </p:spPr>
        <p:txBody>
          <a:bodyPr/>
          <a:lstStyle>
            <a:lvl1pPr>
              <a:defRPr sz="100">
                <a:solidFill>
                  <a:schemeClr val="bg1"/>
                </a:solidFill>
              </a:defRPr>
            </a:lvl1pPr>
          </a:lstStyle>
          <a:p>
            <a:pPr lvl="0"/>
            <a:r>
              <a:rPr lang="de-DE"/>
              <a:t>.</a:t>
            </a:r>
            <a:endParaRPr lang="en-US"/>
          </a:p>
        </p:txBody>
      </p:sp>
      <p:sp>
        <p:nvSpPr>
          <p:cNvPr id="15" name="Textplatzhalter 13">
            <a:extLst>
              <a:ext uri="{FF2B5EF4-FFF2-40B4-BE49-F238E27FC236}">
                <a16:creationId xmlns:a16="http://schemas.microsoft.com/office/drawing/2014/main" id="{6F94AB66-0C94-9946-8B4C-021BEA3286AC}"/>
              </a:ext>
            </a:extLst>
          </p:cNvPr>
          <p:cNvSpPr>
            <a:spLocks noGrp="1"/>
          </p:cNvSpPr>
          <p:nvPr>
            <p:ph type="body" sz="quarter" idx="17" hasCustomPrompt="1"/>
          </p:nvPr>
        </p:nvSpPr>
        <p:spPr>
          <a:xfrm>
            <a:off x="595313" y="195962"/>
            <a:ext cx="10999787" cy="138499"/>
          </a:xfrm>
        </p:spPr>
        <p:txBody>
          <a:bodyPr vert="horz" lIns="0" tIns="0" rIns="0" bIns="0" rtlCol="0">
            <a:noAutofit/>
          </a:bodyPr>
          <a:lstStyle>
            <a:lvl1pPr>
              <a:spcAft>
                <a:spcPts val="0"/>
              </a:spcAft>
              <a:defRPr lang="de-DE" sz="900" b="0" smtClean="0">
                <a:solidFill>
                  <a:schemeClr val="accent1"/>
                </a:solidFill>
              </a:defRPr>
            </a:lvl1pPr>
            <a:lvl2pPr>
              <a:defRPr lang="de-DE" smtClean="0"/>
            </a:lvl2pPr>
            <a:lvl3pPr>
              <a:defRPr lang="de-DE" smtClean="0"/>
            </a:lvl3pPr>
            <a:lvl4pPr>
              <a:defRPr lang="de-DE" smtClean="0"/>
            </a:lvl4pPr>
            <a:lvl5pPr>
              <a:defRPr lang="en-US"/>
            </a:lvl5pPr>
          </a:lstStyle>
          <a:p>
            <a:pPr lvl="0">
              <a:buFont typeface="Arial" panose="020B0604020202020204" pitchFamily="34" charset="0"/>
            </a:pPr>
            <a:r>
              <a:rPr lang="de-DE"/>
              <a:t>Header, </a:t>
            </a:r>
            <a:r>
              <a:rPr lang="de-DE" err="1"/>
              <a:t>Jungle</a:t>
            </a:r>
            <a:r>
              <a:rPr lang="de-DE"/>
              <a:t> Green, 9pt. </a:t>
            </a:r>
          </a:p>
        </p:txBody>
      </p:sp>
      <p:sp>
        <p:nvSpPr>
          <p:cNvPr id="7" name="Textplatzhalter 6">
            <a:extLst>
              <a:ext uri="{FF2B5EF4-FFF2-40B4-BE49-F238E27FC236}">
                <a16:creationId xmlns:a16="http://schemas.microsoft.com/office/drawing/2014/main" id="{A10D4684-46D4-C9B5-91B6-2603B9FD4766}"/>
              </a:ext>
            </a:extLst>
          </p:cNvPr>
          <p:cNvSpPr>
            <a:spLocks noGrp="1"/>
          </p:cNvSpPr>
          <p:nvPr>
            <p:ph type="body" sz="quarter" idx="18" hasCustomPrompt="1"/>
          </p:nvPr>
        </p:nvSpPr>
        <p:spPr>
          <a:xfrm>
            <a:off x="595313" y="1193800"/>
            <a:ext cx="10999787" cy="215444"/>
          </a:xfrm>
        </p:spPr>
        <p:txBody>
          <a:bodyPr>
            <a:noAutofit/>
          </a:bodyPr>
          <a:lstStyle>
            <a:lvl1pPr>
              <a:spcAft>
                <a:spcPts val="0"/>
              </a:spcAft>
              <a:defRPr sz="1400">
                <a:solidFill>
                  <a:schemeClr val="accent1"/>
                </a:solidFill>
              </a:defRPr>
            </a:lvl1pPr>
          </a:lstStyle>
          <a:p>
            <a:pPr lvl="0"/>
            <a:r>
              <a:rPr lang="de-DE"/>
              <a:t>Subheadline</a:t>
            </a:r>
            <a:endParaRPr lang="en-US"/>
          </a:p>
        </p:txBody>
      </p:sp>
    </p:spTree>
    <p:extLst>
      <p:ext uri="{BB962C8B-B14F-4D97-AF65-F5344CB8AC3E}">
        <p14:creationId xmlns:p14="http://schemas.microsoft.com/office/powerpoint/2010/main" val="3598907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s">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360350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p>
            <a:r>
              <a:rPr lang="en-US"/>
              <a:t>Click to edit title style</a:t>
            </a:r>
            <a:br>
              <a:rPr lang="en-US"/>
            </a:br>
            <a:r>
              <a:rPr lang="en-US"/>
              <a:t>two lines, Arial 20 pt.</a:t>
            </a:r>
            <a:endParaRPr lang="de-DE"/>
          </a:p>
        </p:txBody>
      </p:sp>
      <p:sp>
        <p:nvSpPr>
          <p:cNvPr id="3" name="Inhaltsplatzhalter 2">
            <a:extLst>
              <a:ext uri="{FF2B5EF4-FFF2-40B4-BE49-F238E27FC236}">
                <a16:creationId xmlns:a16="http://schemas.microsoft.com/office/drawing/2014/main" id="{6868DF96-4335-75D0-8219-98C523538605}"/>
              </a:ext>
            </a:extLst>
          </p:cNvPr>
          <p:cNvSpPr>
            <a:spLocks noGrp="1"/>
          </p:cNvSpPr>
          <p:nvPr>
            <p:ph idx="1" hasCustomPrompt="1"/>
          </p:nvPr>
        </p:nvSpPr>
        <p:spPr>
          <a:xfrm>
            <a:off x="595313" y="1636713"/>
            <a:ext cx="3285966" cy="4391930"/>
          </a:xfrm>
        </p:spPr>
        <p:txBody>
          <a:bodyPr/>
          <a:lstStyle>
            <a:lvl9pPr marL="1079500" indent="0">
              <a:buNone/>
              <a:defRPr/>
            </a:lvl9p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9" name="Textplatzhalter 10">
            <a:extLst>
              <a:ext uri="{FF2B5EF4-FFF2-40B4-BE49-F238E27FC236}">
                <a16:creationId xmlns:a16="http://schemas.microsoft.com/office/drawing/2014/main" id="{7FE5DB61-0D8E-20C7-C9BF-9119BBAB241A}"/>
              </a:ext>
            </a:extLst>
          </p:cNvPr>
          <p:cNvSpPr>
            <a:spLocks noGrp="1"/>
          </p:cNvSpPr>
          <p:nvPr>
            <p:ph type="body" sz="quarter" idx="14" hasCustomPrompt="1"/>
          </p:nvPr>
        </p:nvSpPr>
        <p:spPr>
          <a:xfrm>
            <a:off x="595313" y="6167142"/>
            <a:ext cx="10999787" cy="276999"/>
          </a:xfrm>
        </p:spPr>
        <p:txBody>
          <a:bodyPr vert="horz" lIns="0" tIns="0" rIns="0" bIns="0" rtlCol="0" anchor="b">
            <a:noAutofit/>
          </a:bodyPr>
          <a:lstStyle>
            <a:lvl1pPr>
              <a:defRPr lang="de-DE" sz="600" dirty="0" smtClean="0">
                <a:solidFill>
                  <a:schemeClr val="accent4"/>
                </a:solidFill>
              </a:defRPr>
            </a:lvl1pPr>
          </a:lstStyle>
          <a:p>
            <a:pPr lvl="0">
              <a:spcAft>
                <a:spcPts val="0"/>
              </a:spcAft>
            </a:pPr>
            <a:r>
              <a:rPr lang="de-DE"/>
              <a:t>Source, Arial 6 pt. </a:t>
            </a:r>
          </a:p>
        </p:txBody>
      </p:sp>
      <p:sp>
        <p:nvSpPr>
          <p:cNvPr id="12" name="Inhaltsplatzhalter 2">
            <a:extLst>
              <a:ext uri="{FF2B5EF4-FFF2-40B4-BE49-F238E27FC236}">
                <a16:creationId xmlns:a16="http://schemas.microsoft.com/office/drawing/2014/main" id="{E5E3DD5C-11DB-BDE3-1B1F-BF836BA73792}"/>
              </a:ext>
            </a:extLst>
          </p:cNvPr>
          <p:cNvSpPr>
            <a:spLocks noGrp="1"/>
          </p:cNvSpPr>
          <p:nvPr>
            <p:ph idx="15" hasCustomPrompt="1"/>
          </p:nvPr>
        </p:nvSpPr>
        <p:spPr>
          <a:xfrm>
            <a:off x="4452223" y="1636713"/>
            <a:ext cx="3285966" cy="4391930"/>
          </a:xfrm>
        </p:spPr>
        <p:txBody>
          <a:bodyPr/>
          <a:lstStyle>
            <a:lvl9pPr marL="1079500" indent="0">
              <a:buNone/>
              <a:defRPr/>
            </a:lvl9p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3" name="Textplatzhalter 12">
            <a:extLst>
              <a:ext uri="{FF2B5EF4-FFF2-40B4-BE49-F238E27FC236}">
                <a16:creationId xmlns:a16="http://schemas.microsoft.com/office/drawing/2014/main" id="{2BE6BAB3-6EBC-3183-8538-2927C18C8CBA}"/>
              </a:ext>
            </a:extLst>
          </p:cNvPr>
          <p:cNvSpPr>
            <a:spLocks noGrp="1"/>
          </p:cNvSpPr>
          <p:nvPr>
            <p:ph type="body" sz="quarter" idx="16" hasCustomPrompt="1"/>
          </p:nvPr>
        </p:nvSpPr>
        <p:spPr>
          <a:xfrm>
            <a:off x="4166751" y="1636712"/>
            <a:ext cx="0" cy="4391930"/>
          </a:xfrm>
          <a:ln>
            <a:solidFill>
              <a:schemeClr val="accent6">
                <a:lumMod val="75000"/>
              </a:schemeClr>
            </a:solidFill>
          </a:ln>
        </p:spPr>
        <p:txBody>
          <a:bodyPr/>
          <a:lstStyle>
            <a:lvl1pPr>
              <a:defRPr sz="100">
                <a:solidFill>
                  <a:schemeClr val="bg1"/>
                </a:solidFill>
              </a:defRPr>
            </a:lvl1pPr>
          </a:lstStyle>
          <a:p>
            <a:pPr lvl="0"/>
            <a:r>
              <a:rPr lang="de-DE"/>
              <a:t>.</a:t>
            </a:r>
            <a:endParaRPr lang="en-US"/>
          </a:p>
        </p:txBody>
      </p:sp>
      <p:sp>
        <p:nvSpPr>
          <p:cNvPr id="16" name="Inhaltsplatzhalter 2">
            <a:extLst>
              <a:ext uri="{FF2B5EF4-FFF2-40B4-BE49-F238E27FC236}">
                <a16:creationId xmlns:a16="http://schemas.microsoft.com/office/drawing/2014/main" id="{AFC61CE3-6996-17AC-263F-8E5A880E476C}"/>
              </a:ext>
            </a:extLst>
          </p:cNvPr>
          <p:cNvSpPr>
            <a:spLocks noGrp="1"/>
          </p:cNvSpPr>
          <p:nvPr>
            <p:ph idx="17" hasCustomPrompt="1"/>
          </p:nvPr>
        </p:nvSpPr>
        <p:spPr>
          <a:xfrm>
            <a:off x="8309133" y="1636713"/>
            <a:ext cx="3285966" cy="4391930"/>
          </a:xfrm>
        </p:spPr>
        <p:txBody>
          <a:bodyPr/>
          <a:lstStyle>
            <a:lvl9pPr marL="1079500" indent="0">
              <a:buNone/>
              <a:defRPr/>
            </a:lvl9p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7" name="Textplatzhalter 12">
            <a:extLst>
              <a:ext uri="{FF2B5EF4-FFF2-40B4-BE49-F238E27FC236}">
                <a16:creationId xmlns:a16="http://schemas.microsoft.com/office/drawing/2014/main" id="{30113175-1D06-B70D-4CF0-AF57938D4B7F}"/>
              </a:ext>
            </a:extLst>
          </p:cNvPr>
          <p:cNvSpPr>
            <a:spLocks noGrp="1"/>
          </p:cNvSpPr>
          <p:nvPr>
            <p:ph type="body" sz="quarter" idx="18" hasCustomPrompt="1"/>
          </p:nvPr>
        </p:nvSpPr>
        <p:spPr>
          <a:xfrm>
            <a:off x="8023661" y="1636712"/>
            <a:ext cx="0" cy="4391930"/>
          </a:xfrm>
          <a:ln>
            <a:solidFill>
              <a:schemeClr val="accent6">
                <a:lumMod val="75000"/>
              </a:schemeClr>
            </a:solidFill>
          </a:ln>
        </p:spPr>
        <p:txBody>
          <a:bodyPr/>
          <a:lstStyle>
            <a:lvl1pPr>
              <a:defRPr sz="100">
                <a:solidFill>
                  <a:schemeClr val="bg1"/>
                </a:solidFill>
              </a:defRPr>
            </a:lvl1pPr>
          </a:lstStyle>
          <a:p>
            <a:pPr lvl="0"/>
            <a:r>
              <a:rPr lang="de-DE"/>
              <a:t>.</a:t>
            </a:r>
            <a:endParaRPr lang="en-US"/>
          </a:p>
        </p:txBody>
      </p:sp>
      <p:sp>
        <p:nvSpPr>
          <p:cNvPr id="18" name="Textplatzhalter 13">
            <a:extLst>
              <a:ext uri="{FF2B5EF4-FFF2-40B4-BE49-F238E27FC236}">
                <a16:creationId xmlns:a16="http://schemas.microsoft.com/office/drawing/2014/main" id="{7B2281CC-B3B7-6B4B-452F-1011D877ABC0}"/>
              </a:ext>
            </a:extLst>
          </p:cNvPr>
          <p:cNvSpPr>
            <a:spLocks noGrp="1"/>
          </p:cNvSpPr>
          <p:nvPr>
            <p:ph type="body" sz="quarter" idx="19" hasCustomPrompt="1"/>
          </p:nvPr>
        </p:nvSpPr>
        <p:spPr>
          <a:xfrm>
            <a:off x="595313" y="195962"/>
            <a:ext cx="10999787" cy="138499"/>
          </a:xfrm>
        </p:spPr>
        <p:txBody>
          <a:bodyPr vert="horz" lIns="0" tIns="0" rIns="0" bIns="0" rtlCol="0">
            <a:noAutofit/>
          </a:bodyPr>
          <a:lstStyle>
            <a:lvl1pPr>
              <a:spcAft>
                <a:spcPts val="0"/>
              </a:spcAft>
              <a:defRPr lang="de-DE" sz="900" b="0" smtClean="0">
                <a:solidFill>
                  <a:schemeClr val="accent1"/>
                </a:solidFill>
              </a:defRPr>
            </a:lvl1pPr>
            <a:lvl2pPr>
              <a:defRPr lang="de-DE" smtClean="0"/>
            </a:lvl2pPr>
            <a:lvl3pPr>
              <a:defRPr lang="de-DE" smtClean="0"/>
            </a:lvl3pPr>
            <a:lvl4pPr>
              <a:defRPr lang="de-DE" smtClean="0"/>
            </a:lvl4pPr>
            <a:lvl5pPr>
              <a:defRPr lang="en-US"/>
            </a:lvl5pPr>
          </a:lstStyle>
          <a:p>
            <a:pPr lvl="0">
              <a:buFont typeface="Arial" panose="020B0604020202020204" pitchFamily="34" charset="0"/>
            </a:pPr>
            <a:r>
              <a:rPr lang="de-DE"/>
              <a:t>Header, </a:t>
            </a:r>
            <a:r>
              <a:rPr lang="de-DE" err="1"/>
              <a:t>Jungle</a:t>
            </a:r>
            <a:r>
              <a:rPr lang="de-DE"/>
              <a:t> Green, 9pt. </a:t>
            </a:r>
          </a:p>
        </p:txBody>
      </p:sp>
      <p:sp>
        <p:nvSpPr>
          <p:cNvPr id="7" name="Textplatzhalter 6">
            <a:extLst>
              <a:ext uri="{FF2B5EF4-FFF2-40B4-BE49-F238E27FC236}">
                <a16:creationId xmlns:a16="http://schemas.microsoft.com/office/drawing/2014/main" id="{E21D5F98-887E-B0BF-B837-36690537CEB1}"/>
              </a:ext>
            </a:extLst>
          </p:cNvPr>
          <p:cNvSpPr>
            <a:spLocks noGrp="1"/>
          </p:cNvSpPr>
          <p:nvPr>
            <p:ph type="body" sz="quarter" idx="20" hasCustomPrompt="1"/>
          </p:nvPr>
        </p:nvSpPr>
        <p:spPr>
          <a:xfrm>
            <a:off x="595313" y="1193800"/>
            <a:ext cx="10999787" cy="215444"/>
          </a:xfrm>
        </p:spPr>
        <p:txBody>
          <a:bodyPr>
            <a:noAutofit/>
          </a:bodyPr>
          <a:lstStyle>
            <a:lvl1pPr>
              <a:spcAft>
                <a:spcPts val="0"/>
              </a:spcAft>
              <a:defRPr sz="1400">
                <a:solidFill>
                  <a:schemeClr val="accent1"/>
                </a:solidFill>
              </a:defRPr>
            </a:lvl1pPr>
          </a:lstStyle>
          <a:p>
            <a:pPr lvl="0"/>
            <a:r>
              <a:rPr lang="de-DE"/>
              <a:t>Subheadline</a:t>
            </a:r>
            <a:endParaRPr lang="en-US"/>
          </a:p>
        </p:txBody>
      </p:sp>
    </p:spTree>
    <p:extLst>
      <p:ext uri="{BB962C8B-B14F-4D97-AF65-F5344CB8AC3E}">
        <p14:creationId xmlns:p14="http://schemas.microsoft.com/office/powerpoint/2010/main" val="4056632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 Contents with Highlight grey">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360350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p>
            <a:r>
              <a:rPr lang="en-US"/>
              <a:t>Click to edit title style</a:t>
            </a:r>
            <a:br>
              <a:rPr lang="en-US"/>
            </a:br>
            <a:r>
              <a:rPr lang="en-US"/>
              <a:t>two lines, Arial 20 pt.</a:t>
            </a:r>
            <a:endParaRPr lang="de-DE"/>
          </a:p>
        </p:txBody>
      </p:sp>
      <p:sp>
        <p:nvSpPr>
          <p:cNvPr id="3" name="Inhaltsplatzhalter 2">
            <a:extLst>
              <a:ext uri="{FF2B5EF4-FFF2-40B4-BE49-F238E27FC236}">
                <a16:creationId xmlns:a16="http://schemas.microsoft.com/office/drawing/2014/main" id="{6868DF96-4335-75D0-8219-98C523538605}"/>
              </a:ext>
            </a:extLst>
          </p:cNvPr>
          <p:cNvSpPr>
            <a:spLocks noGrp="1"/>
          </p:cNvSpPr>
          <p:nvPr>
            <p:ph idx="1" hasCustomPrompt="1"/>
          </p:nvPr>
        </p:nvSpPr>
        <p:spPr>
          <a:xfrm>
            <a:off x="595313" y="1636713"/>
            <a:ext cx="3285966" cy="4391930"/>
          </a:xfrm>
        </p:spPr>
        <p:txBody>
          <a:bodyPr/>
          <a:lstStyle>
            <a:lvl9pPr marL="1079500" indent="0">
              <a:buNone/>
              <a:defRPr/>
            </a:lvl9p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9" name="Textplatzhalter 10">
            <a:extLst>
              <a:ext uri="{FF2B5EF4-FFF2-40B4-BE49-F238E27FC236}">
                <a16:creationId xmlns:a16="http://schemas.microsoft.com/office/drawing/2014/main" id="{7FE5DB61-0D8E-20C7-C9BF-9119BBAB241A}"/>
              </a:ext>
            </a:extLst>
          </p:cNvPr>
          <p:cNvSpPr>
            <a:spLocks noGrp="1"/>
          </p:cNvSpPr>
          <p:nvPr>
            <p:ph type="body" sz="quarter" idx="14" hasCustomPrompt="1"/>
          </p:nvPr>
        </p:nvSpPr>
        <p:spPr>
          <a:xfrm>
            <a:off x="595313" y="6167142"/>
            <a:ext cx="10999787" cy="276999"/>
          </a:xfrm>
        </p:spPr>
        <p:txBody>
          <a:bodyPr vert="horz" lIns="0" tIns="0" rIns="0" bIns="0" rtlCol="0" anchor="b">
            <a:noAutofit/>
          </a:bodyPr>
          <a:lstStyle>
            <a:lvl1pPr>
              <a:defRPr lang="de-DE" sz="600" dirty="0" smtClean="0">
                <a:solidFill>
                  <a:schemeClr val="accent4"/>
                </a:solidFill>
              </a:defRPr>
            </a:lvl1pPr>
          </a:lstStyle>
          <a:p>
            <a:pPr lvl="0">
              <a:spcAft>
                <a:spcPts val="0"/>
              </a:spcAft>
            </a:pPr>
            <a:r>
              <a:rPr lang="de-DE"/>
              <a:t>Source, Arial 6 pt. </a:t>
            </a:r>
          </a:p>
        </p:txBody>
      </p:sp>
      <p:sp>
        <p:nvSpPr>
          <p:cNvPr id="12" name="Inhaltsplatzhalter 2">
            <a:extLst>
              <a:ext uri="{FF2B5EF4-FFF2-40B4-BE49-F238E27FC236}">
                <a16:creationId xmlns:a16="http://schemas.microsoft.com/office/drawing/2014/main" id="{E5E3DD5C-11DB-BDE3-1B1F-BF836BA73792}"/>
              </a:ext>
            </a:extLst>
          </p:cNvPr>
          <p:cNvSpPr>
            <a:spLocks noGrp="1"/>
          </p:cNvSpPr>
          <p:nvPr>
            <p:ph idx="15" hasCustomPrompt="1"/>
          </p:nvPr>
        </p:nvSpPr>
        <p:spPr>
          <a:xfrm>
            <a:off x="4452223" y="1636713"/>
            <a:ext cx="3285966" cy="4391930"/>
          </a:xfrm>
        </p:spPr>
        <p:txBody>
          <a:bodyPr/>
          <a:lstStyle>
            <a:lvl9pPr marL="1079500" indent="0">
              <a:buNone/>
              <a:defRPr/>
            </a:lvl9p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3" name="Textplatzhalter 12">
            <a:extLst>
              <a:ext uri="{FF2B5EF4-FFF2-40B4-BE49-F238E27FC236}">
                <a16:creationId xmlns:a16="http://schemas.microsoft.com/office/drawing/2014/main" id="{2BE6BAB3-6EBC-3183-8538-2927C18C8CBA}"/>
              </a:ext>
            </a:extLst>
          </p:cNvPr>
          <p:cNvSpPr>
            <a:spLocks noGrp="1"/>
          </p:cNvSpPr>
          <p:nvPr>
            <p:ph type="body" sz="quarter" idx="16" hasCustomPrompt="1"/>
          </p:nvPr>
        </p:nvSpPr>
        <p:spPr>
          <a:xfrm>
            <a:off x="4166751" y="1636712"/>
            <a:ext cx="0" cy="4391930"/>
          </a:xfrm>
          <a:ln>
            <a:solidFill>
              <a:schemeClr val="accent6">
                <a:lumMod val="75000"/>
              </a:schemeClr>
            </a:solidFill>
          </a:ln>
        </p:spPr>
        <p:txBody>
          <a:bodyPr/>
          <a:lstStyle>
            <a:lvl1pPr>
              <a:defRPr sz="100">
                <a:solidFill>
                  <a:schemeClr val="bg1"/>
                </a:solidFill>
              </a:defRPr>
            </a:lvl1pPr>
          </a:lstStyle>
          <a:p>
            <a:pPr lvl="0"/>
            <a:r>
              <a:rPr lang="de-DE"/>
              <a:t>.</a:t>
            </a:r>
            <a:endParaRPr lang="en-US"/>
          </a:p>
        </p:txBody>
      </p:sp>
      <p:sp>
        <p:nvSpPr>
          <p:cNvPr id="16" name="Inhaltsplatzhalter 2">
            <a:extLst>
              <a:ext uri="{FF2B5EF4-FFF2-40B4-BE49-F238E27FC236}">
                <a16:creationId xmlns:a16="http://schemas.microsoft.com/office/drawing/2014/main" id="{AFC61CE3-6996-17AC-263F-8E5A880E476C}"/>
              </a:ext>
            </a:extLst>
          </p:cNvPr>
          <p:cNvSpPr>
            <a:spLocks noGrp="1"/>
          </p:cNvSpPr>
          <p:nvPr>
            <p:ph idx="17" hasCustomPrompt="1"/>
          </p:nvPr>
        </p:nvSpPr>
        <p:spPr>
          <a:xfrm>
            <a:off x="8309133" y="1636713"/>
            <a:ext cx="3285966" cy="4391930"/>
          </a:xfrm>
          <a:solidFill>
            <a:schemeClr val="bg2"/>
          </a:solidFill>
        </p:spPr>
        <p:txBody>
          <a:bodyPr lIns="144000" tIns="144000" rIns="144000" bIns="144000"/>
          <a:lstStyle>
            <a:lvl9pPr marL="1079500" indent="0">
              <a:buNone/>
              <a:defRPr/>
            </a:lvl9p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Textplatzhalter 13">
            <a:extLst>
              <a:ext uri="{FF2B5EF4-FFF2-40B4-BE49-F238E27FC236}">
                <a16:creationId xmlns:a16="http://schemas.microsoft.com/office/drawing/2014/main" id="{7B2281CC-B3B7-6B4B-452F-1011D877ABC0}"/>
              </a:ext>
            </a:extLst>
          </p:cNvPr>
          <p:cNvSpPr>
            <a:spLocks noGrp="1"/>
          </p:cNvSpPr>
          <p:nvPr>
            <p:ph type="body" sz="quarter" idx="19" hasCustomPrompt="1"/>
          </p:nvPr>
        </p:nvSpPr>
        <p:spPr>
          <a:xfrm>
            <a:off x="595313" y="195962"/>
            <a:ext cx="10999787" cy="138499"/>
          </a:xfrm>
        </p:spPr>
        <p:txBody>
          <a:bodyPr vert="horz" lIns="0" tIns="0" rIns="0" bIns="0" rtlCol="0">
            <a:noAutofit/>
          </a:bodyPr>
          <a:lstStyle>
            <a:lvl1pPr>
              <a:spcAft>
                <a:spcPts val="0"/>
              </a:spcAft>
              <a:defRPr lang="de-DE" sz="900" b="0" smtClean="0">
                <a:solidFill>
                  <a:schemeClr val="accent1"/>
                </a:solidFill>
              </a:defRPr>
            </a:lvl1pPr>
            <a:lvl2pPr>
              <a:defRPr lang="de-DE" smtClean="0"/>
            </a:lvl2pPr>
            <a:lvl3pPr>
              <a:defRPr lang="de-DE" smtClean="0"/>
            </a:lvl3pPr>
            <a:lvl4pPr>
              <a:defRPr lang="de-DE" smtClean="0"/>
            </a:lvl4pPr>
            <a:lvl5pPr>
              <a:defRPr lang="en-US"/>
            </a:lvl5pPr>
          </a:lstStyle>
          <a:p>
            <a:pPr lvl="0">
              <a:buFont typeface="Arial" panose="020B0604020202020204" pitchFamily="34" charset="0"/>
            </a:pPr>
            <a:r>
              <a:rPr lang="de-DE"/>
              <a:t>Header, </a:t>
            </a:r>
            <a:r>
              <a:rPr lang="de-DE" err="1"/>
              <a:t>Jungle</a:t>
            </a:r>
            <a:r>
              <a:rPr lang="de-DE"/>
              <a:t> Green, 9pt. </a:t>
            </a:r>
          </a:p>
        </p:txBody>
      </p:sp>
      <p:sp>
        <p:nvSpPr>
          <p:cNvPr id="7" name="Textplatzhalter 6">
            <a:extLst>
              <a:ext uri="{FF2B5EF4-FFF2-40B4-BE49-F238E27FC236}">
                <a16:creationId xmlns:a16="http://schemas.microsoft.com/office/drawing/2014/main" id="{669EBCA0-047E-97AA-379B-3E161C7B3552}"/>
              </a:ext>
            </a:extLst>
          </p:cNvPr>
          <p:cNvSpPr>
            <a:spLocks noGrp="1"/>
          </p:cNvSpPr>
          <p:nvPr>
            <p:ph type="body" sz="quarter" idx="18" hasCustomPrompt="1"/>
          </p:nvPr>
        </p:nvSpPr>
        <p:spPr>
          <a:xfrm>
            <a:off x="595313" y="1193800"/>
            <a:ext cx="10999787" cy="215444"/>
          </a:xfrm>
        </p:spPr>
        <p:txBody>
          <a:bodyPr>
            <a:noAutofit/>
          </a:bodyPr>
          <a:lstStyle>
            <a:lvl1pPr>
              <a:spcAft>
                <a:spcPts val="0"/>
              </a:spcAft>
              <a:defRPr sz="1400">
                <a:solidFill>
                  <a:schemeClr val="accent1"/>
                </a:solidFill>
              </a:defRPr>
            </a:lvl1pPr>
          </a:lstStyle>
          <a:p>
            <a:pPr lvl="0"/>
            <a:r>
              <a:rPr lang="de-DE"/>
              <a:t>Subheadline</a:t>
            </a:r>
            <a:endParaRPr lang="en-US"/>
          </a:p>
        </p:txBody>
      </p:sp>
    </p:spTree>
    <p:extLst>
      <p:ext uri="{BB962C8B-B14F-4D97-AF65-F5344CB8AC3E}">
        <p14:creationId xmlns:p14="http://schemas.microsoft.com/office/powerpoint/2010/main" val="2825342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 Contents with Highlight jungle green">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360350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p>
            <a:r>
              <a:rPr lang="en-US"/>
              <a:t>Click to edit title style</a:t>
            </a:r>
            <a:br>
              <a:rPr lang="en-US"/>
            </a:br>
            <a:r>
              <a:rPr lang="en-US"/>
              <a:t>two lines, Arial 20 pt.</a:t>
            </a:r>
            <a:endParaRPr lang="de-DE"/>
          </a:p>
        </p:txBody>
      </p:sp>
      <p:sp>
        <p:nvSpPr>
          <p:cNvPr id="3" name="Inhaltsplatzhalter 2">
            <a:extLst>
              <a:ext uri="{FF2B5EF4-FFF2-40B4-BE49-F238E27FC236}">
                <a16:creationId xmlns:a16="http://schemas.microsoft.com/office/drawing/2014/main" id="{6868DF96-4335-75D0-8219-98C523538605}"/>
              </a:ext>
            </a:extLst>
          </p:cNvPr>
          <p:cNvSpPr>
            <a:spLocks noGrp="1"/>
          </p:cNvSpPr>
          <p:nvPr>
            <p:ph idx="1" hasCustomPrompt="1"/>
          </p:nvPr>
        </p:nvSpPr>
        <p:spPr>
          <a:xfrm>
            <a:off x="595313" y="1636713"/>
            <a:ext cx="3285966" cy="4391930"/>
          </a:xfrm>
        </p:spPr>
        <p:txBody>
          <a:body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9" name="Textplatzhalter 10">
            <a:extLst>
              <a:ext uri="{FF2B5EF4-FFF2-40B4-BE49-F238E27FC236}">
                <a16:creationId xmlns:a16="http://schemas.microsoft.com/office/drawing/2014/main" id="{7FE5DB61-0D8E-20C7-C9BF-9119BBAB241A}"/>
              </a:ext>
            </a:extLst>
          </p:cNvPr>
          <p:cNvSpPr>
            <a:spLocks noGrp="1"/>
          </p:cNvSpPr>
          <p:nvPr>
            <p:ph type="body" sz="quarter" idx="14" hasCustomPrompt="1"/>
          </p:nvPr>
        </p:nvSpPr>
        <p:spPr>
          <a:xfrm>
            <a:off x="595313" y="6167142"/>
            <a:ext cx="10999787" cy="276999"/>
          </a:xfrm>
        </p:spPr>
        <p:txBody>
          <a:bodyPr vert="horz" lIns="0" tIns="0" rIns="0" bIns="0" rtlCol="0" anchor="b">
            <a:noAutofit/>
          </a:bodyPr>
          <a:lstStyle>
            <a:lvl1pPr>
              <a:defRPr lang="de-DE" sz="600" dirty="0" smtClean="0">
                <a:solidFill>
                  <a:schemeClr val="accent4"/>
                </a:solidFill>
              </a:defRPr>
            </a:lvl1pPr>
          </a:lstStyle>
          <a:p>
            <a:pPr lvl="0">
              <a:spcAft>
                <a:spcPts val="0"/>
              </a:spcAft>
            </a:pPr>
            <a:r>
              <a:rPr lang="de-DE"/>
              <a:t>Source, Arial 6 pt. </a:t>
            </a:r>
          </a:p>
        </p:txBody>
      </p:sp>
      <p:sp>
        <p:nvSpPr>
          <p:cNvPr id="12" name="Inhaltsplatzhalter 2">
            <a:extLst>
              <a:ext uri="{FF2B5EF4-FFF2-40B4-BE49-F238E27FC236}">
                <a16:creationId xmlns:a16="http://schemas.microsoft.com/office/drawing/2014/main" id="{E5E3DD5C-11DB-BDE3-1B1F-BF836BA73792}"/>
              </a:ext>
            </a:extLst>
          </p:cNvPr>
          <p:cNvSpPr>
            <a:spLocks noGrp="1"/>
          </p:cNvSpPr>
          <p:nvPr>
            <p:ph idx="15" hasCustomPrompt="1"/>
          </p:nvPr>
        </p:nvSpPr>
        <p:spPr>
          <a:xfrm>
            <a:off x="4452223" y="1636713"/>
            <a:ext cx="3285966" cy="4391930"/>
          </a:xfrm>
        </p:spPr>
        <p:txBody>
          <a:body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3" name="Textplatzhalter 12">
            <a:extLst>
              <a:ext uri="{FF2B5EF4-FFF2-40B4-BE49-F238E27FC236}">
                <a16:creationId xmlns:a16="http://schemas.microsoft.com/office/drawing/2014/main" id="{2BE6BAB3-6EBC-3183-8538-2927C18C8CBA}"/>
              </a:ext>
            </a:extLst>
          </p:cNvPr>
          <p:cNvSpPr>
            <a:spLocks noGrp="1"/>
          </p:cNvSpPr>
          <p:nvPr>
            <p:ph type="body" sz="quarter" idx="16" hasCustomPrompt="1"/>
          </p:nvPr>
        </p:nvSpPr>
        <p:spPr>
          <a:xfrm>
            <a:off x="4166751" y="1636712"/>
            <a:ext cx="0" cy="4391930"/>
          </a:xfrm>
          <a:ln>
            <a:solidFill>
              <a:schemeClr val="accent6">
                <a:lumMod val="75000"/>
              </a:schemeClr>
            </a:solidFill>
          </a:ln>
        </p:spPr>
        <p:txBody>
          <a:bodyPr/>
          <a:lstStyle>
            <a:lvl1pPr>
              <a:defRPr sz="100">
                <a:solidFill>
                  <a:schemeClr val="bg1"/>
                </a:solidFill>
              </a:defRPr>
            </a:lvl1pPr>
          </a:lstStyle>
          <a:p>
            <a:pPr lvl="0"/>
            <a:r>
              <a:rPr lang="de-DE"/>
              <a:t>.</a:t>
            </a:r>
            <a:endParaRPr lang="en-US"/>
          </a:p>
        </p:txBody>
      </p:sp>
      <p:sp>
        <p:nvSpPr>
          <p:cNvPr id="16" name="Inhaltsplatzhalter 2">
            <a:extLst>
              <a:ext uri="{FF2B5EF4-FFF2-40B4-BE49-F238E27FC236}">
                <a16:creationId xmlns:a16="http://schemas.microsoft.com/office/drawing/2014/main" id="{AFC61CE3-6996-17AC-263F-8E5A880E476C}"/>
              </a:ext>
            </a:extLst>
          </p:cNvPr>
          <p:cNvSpPr>
            <a:spLocks noGrp="1"/>
          </p:cNvSpPr>
          <p:nvPr>
            <p:ph idx="17" hasCustomPrompt="1"/>
          </p:nvPr>
        </p:nvSpPr>
        <p:spPr>
          <a:xfrm>
            <a:off x="8309133" y="1636713"/>
            <a:ext cx="3285966" cy="4391930"/>
          </a:xfrm>
          <a:solidFill>
            <a:schemeClr val="accent1"/>
          </a:solidFill>
        </p:spPr>
        <p:txBody>
          <a:bodyPr lIns="144000" tIns="144000" rIns="144000" bIns="144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Textplatzhalter 13">
            <a:extLst>
              <a:ext uri="{FF2B5EF4-FFF2-40B4-BE49-F238E27FC236}">
                <a16:creationId xmlns:a16="http://schemas.microsoft.com/office/drawing/2014/main" id="{7B2281CC-B3B7-6B4B-452F-1011D877ABC0}"/>
              </a:ext>
            </a:extLst>
          </p:cNvPr>
          <p:cNvSpPr>
            <a:spLocks noGrp="1"/>
          </p:cNvSpPr>
          <p:nvPr>
            <p:ph type="body" sz="quarter" idx="19" hasCustomPrompt="1"/>
          </p:nvPr>
        </p:nvSpPr>
        <p:spPr>
          <a:xfrm>
            <a:off x="595313" y="195962"/>
            <a:ext cx="10999787" cy="138499"/>
          </a:xfrm>
        </p:spPr>
        <p:txBody>
          <a:bodyPr vert="horz" lIns="0" tIns="0" rIns="0" bIns="0" rtlCol="0">
            <a:noAutofit/>
          </a:bodyPr>
          <a:lstStyle>
            <a:lvl1pPr>
              <a:spcAft>
                <a:spcPts val="0"/>
              </a:spcAft>
              <a:defRPr lang="de-DE" sz="900" b="0" smtClean="0">
                <a:solidFill>
                  <a:schemeClr val="accent1"/>
                </a:solidFill>
              </a:defRPr>
            </a:lvl1pPr>
            <a:lvl2pPr>
              <a:defRPr lang="de-DE" smtClean="0"/>
            </a:lvl2pPr>
            <a:lvl3pPr>
              <a:defRPr lang="de-DE" smtClean="0"/>
            </a:lvl3pPr>
            <a:lvl4pPr>
              <a:defRPr lang="de-DE" smtClean="0"/>
            </a:lvl4pPr>
            <a:lvl5pPr>
              <a:defRPr lang="en-US"/>
            </a:lvl5pPr>
          </a:lstStyle>
          <a:p>
            <a:pPr lvl="0">
              <a:buFont typeface="Arial" panose="020B0604020202020204" pitchFamily="34" charset="0"/>
            </a:pPr>
            <a:r>
              <a:rPr lang="de-DE"/>
              <a:t>Header, </a:t>
            </a:r>
            <a:r>
              <a:rPr lang="de-DE" err="1"/>
              <a:t>Jungle</a:t>
            </a:r>
            <a:r>
              <a:rPr lang="de-DE"/>
              <a:t> Green, 9pt. </a:t>
            </a:r>
          </a:p>
        </p:txBody>
      </p:sp>
      <p:sp>
        <p:nvSpPr>
          <p:cNvPr id="7" name="Textplatzhalter 6">
            <a:extLst>
              <a:ext uri="{FF2B5EF4-FFF2-40B4-BE49-F238E27FC236}">
                <a16:creationId xmlns:a16="http://schemas.microsoft.com/office/drawing/2014/main" id="{509A8F75-B606-E31A-A801-A1045F5BE880}"/>
              </a:ext>
            </a:extLst>
          </p:cNvPr>
          <p:cNvSpPr>
            <a:spLocks noGrp="1"/>
          </p:cNvSpPr>
          <p:nvPr>
            <p:ph type="body" sz="quarter" idx="18" hasCustomPrompt="1"/>
          </p:nvPr>
        </p:nvSpPr>
        <p:spPr>
          <a:xfrm>
            <a:off x="595313" y="1193800"/>
            <a:ext cx="10999787" cy="215444"/>
          </a:xfrm>
        </p:spPr>
        <p:txBody>
          <a:bodyPr>
            <a:noAutofit/>
          </a:bodyPr>
          <a:lstStyle>
            <a:lvl1pPr>
              <a:spcAft>
                <a:spcPts val="0"/>
              </a:spcAft>
              <a:defRPr sz="1400">
                <a:solidFill>
                  <a:schemeClr val="accent1"/>
                </a:solidFill>
              </a:defRPr>
            </a:lvl1pPr>
          </a:lstStyle>
          <a:p>
            <a:pPr lvl="0"/>
            <a:r>
              <a:rPr lang="de-DE"/>
              <a:t>Subheadline</a:t>
            </a:r>
            <a:endParaRPr lang="en-US"/>
          </a:p>
        </p:txBody>
      </p:sp>
    </p:spTree>
    <p:extLst>
      <p:ext uri="{BB962C8B-B14F-4D97-AF65-F5344CB8AC3E}">
        <p14:creationId xmlns:p14="http://schemas.microsoft.com/office/powerpoint/2010/main" val="62034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Contents with Highlight">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360350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p>
            <a:r>
              <a:rPr lang="en-US"/>
              <a:t>Click to edit title style</a:t>
            </a:r>
            <a:br>
              <a:rPr lang="en-US"/>
            </a:br>
            <a:r>
              <a:rPr lang="en-US"/>
              <a:t>two lines, Arial 20 pt.</a:t>
            </a:r>
            <a:endParaRPr lang="de-DE"/>
          </a:p>
        </p:txBody>
      </p:sp>
      <p:sp>
        <p:nvSpPr>
          <p:cNvPr id="3" name="Inhaltsplatzhalter 2">
            <a:extLst>
              <a:ext uri="{FF2B5EF4-FFF2-40B4-BE49-F238E27FC236}">
                <a16:creationId xmlns:a16="http://schemas.microsoft.com/office/drawing/2014/main" id="{6868DF96-4335-75D0-8219-98C523538605}"/>
              </a:ext>
            </a:extLst>
          </p:cNvPr>
          <p:cNvSpPr>
            <a:spLocks noGrp="1"/>
          </p:cNvSpPr>
          <p:nvPr>
            <p:ph idx="1" hasCustomPrompt="1"/>
          </p:nvPr>
        </p:nvSpPr>
        <p:spPr>
          <a:xfrm>
            <a:off x="595313" y="1636713"/>
            <a:ext cx="3285966" cy="2539157"/>
          </a:xfrm>
        </p:spPr>
        <p:txBody>
          <a:bodyPr/>
          <a:lstStyle>
            <a:lvl9pPr marL="1079500" indent="0">
              <a:buNone/>
              <a:defRPr/>
            </a:lvl9p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9" name="Textplatzhalter 10">
            <a:extLst>
              <a:ext uri="{FF2B5EF4-FFF2-40B4-BE49-F238E27FC236}">
                <a16:creationId xmlns:a16="http://schemas.microsoft.com/office/drawing/2014/main" id="{7FE5DB61-0D8E-20C7-C9BF-9119BBAB241A}"/>
              </a:ext>
            </a:extLst>
          </p:cNvPr>
          <p:cNvSpPr>
            <a:spLocks noGrp="1"/>
          </p:cNvSpPr>
          <p:nvPr>
            <p:ph type="body" sz="quarter" idx="14" hasCustomPrompt="1"/>
          </p:nvPr>
        </p:nvSpPr>
        <p:spPr>
          <a:xfrm>
            <a:off x="595313" y="6167142"/>
            <a:ext cx="10999787" cy="276999"/>
          </a:xfrm>
        </p:spPr>
        <p:txBody>
          <a:bodyPr vert="horz" lIns="0" tIns="0" rIns="0" bIns="0" rtlCol="0" anchor="b">
            <a:noAutofit/>
          </a:bodyPr>
          <a:lstStyle>
            <a:lvl1pPr>
              <a:defRPr lang="de-DE" sz="600" dirty="0" smtClean="0">
                <a:solidFill>
                  <a:schemeClr val="accent4"/>
                </a:solidFill>
              </a:defRPr>
            </a:lvl1pPr>
          </a:lstStyle>
          <a:p>
            <a:pPr lvl="0">
              <a:spcAft>
                <a:spcPts val="0"/>
              </a:spcAft>
            </a:pPr>
            <a:r>
              <a:rPr lang="de-DE"/>
              <a:t>Source, Arial 6 pt. </a:t>
            </a:r>
          </a:p>
        </p:txBody>
      </p:sp>
      <p:sp>
        <p:nvSpPr>
          <p:cNvPr id="12" name="Inhaltsplatzhalter 2">
            <a:extLst>
              <a:ext uri="{FF2B5EF4-FFF2-40B4-BE49-F238E27FC236}">
                <a16:creationId xmlns:a16="http://schemas.microsoft.com/office/drawing/2014/main" id="{E5E3DD5C-11DB-BDE3-1B1F-BF836BA73792}"/>
              </a:ext>
            </a:extLst>
          </p:cNvPr>
          <p:cNvSpPr>
            <a:spLocks noGrp="1"/>
          </p:cNvSpPr>
          <p:nvPr>
            <p:ph idx="15" hasCustomPrompt="1"/>
          </p:nvPr>
        </p:nvSpPr>
        <p:spPr>
          <a:xfrm>
            <a:off x="4452223" y="1636713"/>
            <a:ext cx="3285966" cy="2539157"/>
          </a:xfrm>
        </p:spPr>
        <p:txBody>
          <a:bodyPr/>
          <a:lstStyle>
            <a:lvl9pPr marL="1079500" indent="0">
              <a:buNone/>
              <a:defRPr/>
            </a:lvl9p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3" name="Textplatzhalter 12">
            <a:extLst>
              <a:ext uri="{FF2B5EF4-FFF2-40B4-BE49-F238E27FC236}">
                <a16:creationId xmlns:a16="http://schemas.microsoft.com/office/drawing/2014/main" id="{2BE6BAB3-6EBC-3183-8538-2927C18C8CBA}"/>
              </a:ext>
            </a:extLst>
          </p:cNvPr>
          <p:cNvSpPr>
            <a:spLocks noGrp="1"/>
          </p:cNvSpPr>
          <p:nvPr>
            <p:ph type="body" sz="quarter" idx="16" hasCustomPrompt="1"/>
          </p:nvPr>
        </p:nvSpPr>
        <p:spPr>
          <a:xfrm>
            <a:off x="4166751" y="1636713"/>
            <a:ext cx="0" cy="2539157"/>
          </a:xfrm>
          <a:ln>
            <a:solidFill>
              <a:schemeClr val="accent6">
                <a:lumMod val="75000"/>
              </a:schemeClr>
            </a:solidFill>
          </a:ln>
        </p:spPr>
        <p:txBody>
          <a:bodyPr/>
          <a:lstStyle>
            <a:lvl1pPr>
              <a:defRPr sz="100">
                <a:solidFill>
                  <a:schemeClr val="bg1"/>
                </a:solidFill>
              </a:defRPr>
            </a:lvl1pPr>
          </a:lstStyle>
          <a:p>
            <a:pPr lvl="0"/>
            <a:r>
              <a:rPr lang="de-DE"/>
              <a:t>.</a:t>
            </a:r>
            <a:endParaRPr lang="en-US"/>
          </a:p>
        </p:txBody>
      </p:sp>
      <p:sp>
        <p:nvSpPr>
          <p:cNvPr id="16" name="Inhaltsplatzhalter 2">
            <a:extLst>
              <a:ext uri="{FF2B5EF4-FFF2-40B4-BE49-F238E27FC236}">
                <a16:creationId xmlns:a16="http://schemas.microsoft.com/office/drawing/2014/main" id="{AFC61CE3-6996-17AC-263F-8E5A880E476C}"/>
              </a:ext>
            </a:extLst>
          </p:cNvPr>
          <p:cNvSpPr>
            <a:spLocks noGrp="1"/>
          </p:cNvSpPr>
          <p:nvPr>
            <p:ph idx="17" hasCustomPrompt="1"/>
          </p:nvPr>
        </p:nvSpPr>
        <p:spPr>
          <a:xfrm>
            <a:off x="8309133" y="1636713"/>
            <a:ext cx="3285966" cy="2539157"/>
          </a:xfrm>
        </p:spPr>
        <p:txBody>
          <a:bodyPr/>
          <a:lstStyle>
            <a:lvl9pPr marL="1079500" indent="0">
              <a:buNone/>
              <a:defRPr/>
            </a:lvl9p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7" name="Textplatzhalter 12">
            <a:extLst>
              <a:ext uri="{FF2B5EF4-FFF2-40B4-BE49-F238E27FC236}">
                <a16:creationId xmlns:a16="http://schemas.microsoft.com/office/drawing/2014/main" id="{30113175-1D06-B70D-4CF0-AF57938D4B7F}"/>
              </a:ext>
            </a:extLst>
          </p:cNvPr>
          <p:cNvSpPr>
            <a:spLocks noGrp="1"/>
          </p:cNvSpPr>
          <p:nvPr>
            <p:ph type="body" sz="quarter" idx="18" hasCustomPrompt="1"/>
          </p:nvPr>
        </p:nvSpPr>
        <p:spPr>
          <a:xfrm>
            <a:off x="8023661" y="1636713"/>
            <a:ext cx="0" cy="2539157"/>
          </a:xfrm>
          <a:ln>
            <a:solidFill>
              <a:schemeClr val="accent6">
                <a:lumMod val="75000"/>
              </a:schemeClr>
            </a:solidFill>
          </a:ln>
        </p:spPr>
        <p:txBody>
          <a:bodyPr/>
          <a:lstStyle>
            <a:lvl1pPr>
              <a:defRPr sz="100">
                <a:solidFill>
                  <a:schemeClr val="bg1"/>
                </a:solidFill>
              </a:defRPr>
            </a:lvl1pPr>
          </a:lstStyle>
          <a:p>
            <a:pPr lvl="0"/>
            <a:r>
              <a:rPr lang="de-DE"/>
              <a:t>.</a:t>
            </a:r>
            <a:endParaRPr lang="en-US"/>
          </a:p>
        </p:txBody>
      </p:sp>
      <p:sp>
        <p:nvSpPr>
          <p:cNvPr id="18" name="Textplatzhalter 13">
            <a:extLst>
              <a:ext uri="{FF2B5EF4-FFF2-40B4-BE49-F238E27FC236}">
                <a16:creationId xmlns:a16="http://schemas.microsoft.com/office/drawing/2014/main" id="{7B2281CC-B3B7-6B4B-452F-1011D877ABC0}"/>
              </a:ext>
            </a:extLst>
          </p:cNvPr>
          <p:cNvSpPr>
            <a:spLocks noGrp="1"/>
          </p:cNvSpPr>
          <p:nvPr>
            <p:ph type="body" sz="quarter" idx="19" hasCustomPrompt="1"/>
          </p:nvPr>
        </p:nvSpPr>
        <p:spPr>
          <a:xfrm>
            <a:off x="595313" y="195962"/>
            <a:ext cx="10999787" cy="138499"/>
          </a:xfrm>
        </p:spPr>
        <p:txBody>
          <a:bodyPr vert="horz" lIns="0" tIns="0" rIns="0" bIns="0" rtlCol="0">
            <a:noAutofit/>
          </a:bodyPr>
          <a:lstStyle>
            <a:lvl1pPr>
              <a:spcAft>
                <a:spcPts val="0"/>
              </a:spcAft>
              <a:defRPr lang="de-DE" sz="900" b="0" smtClean="0">
                <a:solidFill>
                  <a:schemeClr val="accent1"/>
                </a:solidFill>
              </a:defRPr>
            </a:lvl1pPr>
            <a:lvl2pPr>
              <a:defRPr lang="de-DE" smtClean="0"/>
            </a:lvl2pPr>
            <a:lvl3pPr>
              <a:defRPr lang="de-DE" smtClean="0"/>
            </a:lvl3pPr>
            <a:lvl4pPr>
              <a:defRPr lang="de-DE" smtClean="0"/>
            </a:lvl4pPr>
            <a:lvl5pPr>
              <a:defRPr lang="en-US"/>
            </a:lvl5pPr>
          </a:lstStyle>
          <a:p>
            <a:pPr lvl="0">
              <a:buFont typeface="Arial" panose="020B0604020202020204" pitchFamily="34" charset="0"/>
            </a:pPr>
            <a:r>
              <a:rPr lang="de-DE"/>
              <a:t>Header, </a:t>
            </a:r>
            <a:r>
              <a:rPr lang="de-DE" err="1"/>
              <a:t>Jungle</a:t>
            </a:r>
            <a:r>
              <a:rPr lang="de-DE"/>
              <a:t> Green, 9pt. </a:t>
            </a:r>
          </a:p>
        </p:txBody>
      </p:sp>
      <p:sp>
        <p:nvSpPr>
          <p:cNvPr id="11" name="Textplatzhalter 10">
            <a:extLst>
              <a:ext uri="{FF2B5EF4-FFF2-40B4-BE49-F238E27FC236}">
                <a16:creationId xmlns:a16="http://schemas.microsoft.com/office/drawing/2014/main" id="{D3BD1B71-92E2-2D9C-3BB5-062B38BE830B}"/>
              </a:ext>
            </a:extLst>
          </p:cNvPr>
          <p:cNvSpPr>
            <a:spLocks noGrp="1"/>
          </p:cNvSpPr>
          <p:nvPr>
            <p:ph type="body" sz="quarter" idx="20"/>
          </p:nvPr>
        </p:nvSpPr>
        <p:spPr>
          <a:xfrm>
            <a:off x="595312" y="4495800"/>
            <a:ext cx="11596687" cy="1532843"/>
          </a:xfrm>
          <a:solidFill>
            <a:schemeClr val="bg2"/>
          </a:solidFill>
          <a:ln>
            <a:noFill/>
          </a:ln>
        </p:spPr>
        <p:txBody>
          <a:bodyPr lIns="1584000" tIns="144000" rIns="504000" bIns="144000" anchor="ctr"/>
          <a:lstStyle/>
          <a:p>
            <a:pPr lvl="0"/>
            <a:r>
              <a:rPr lang="en-US"/>
              <a:t>Click to edit Master text styles</a:t>
            </a:r>
          </a:p>
          <a:p>
            <a:pPr lvl="1"/>
            <a:r>
              <a:rPr lang="en-US"/>
              <a:t>Second level</a:t>
            </a:r>
          </a:p>
          <a:p>
            <a:pPr lvl="2"/>
            <a:r>
              <a:rPr lang="en-US"/>
              <a:t>Third level</a:t>
            </a:r>
          </a:p>
        </p:txBody>
      </p:sp>
      <p:sp>
        <p:nvSpPr>
          <p:cNvPr id="15" name="Bildplatzhalter 23">
            <a:extLst>
              <a:ext uri="{FF2B5EF4-FFF2-40B4-BE49-F238E27FC236}">
                <a16:creationId xmlns:a16="http://schemas.microsoft.com/office/drawing/2014/main" id="{7FBDB3CA-EABD-6CD5-9BC8-44955058F6A5}"/>
              </a:ext>
            </a:extLst>
          </p:cNvPr>
          <p:cNvSpPr>
            <a:spLocks noGrp="1"/>
          </p:cNvSpPr>
          <p:nvPr>
            <p:ph type="pic" sz="quarter" idx="27"/>
          </p:nvPr>
        </p:nvSpPr>
        <p:spPr>
          <a:xfrm>
            <a:off x="702747" y="4641073"/>
            <a:ext cx="1242298" cy="1242298"/>
          </a:xfrm>
        </p:spPr>
        <p:txBody>
          <a:bodyPr anchor="ctr"/>
          <a:lstStyle>
            <a:lvl1pPr algn="ctr">
              <a:defRPr/>
            </a:lvl1pPr>
          </a:lstStyle>
          <a:p>
            <a:r>
              <a:rPr lang="en-US"/>
              <a:t>Click icon to add picture</a:t>
            </a:r>
          </a:p>
        </p:txBody>
      </p:sp>
      <p:sp>
        <p:nvSpPr>
          <p:cNvPr id="7" name="Textplatzhalter 6">
            <a:extLst>
              <a:ext uri="{FF2B5EF4-FFF2-40B4-BE49-F238E27FC236}">
                <a16:creationId xmlns:a16="http://schemas.microsoft.com/office/drawing/2014/main" id="{9A96C06A-456E-FD84-6846-AAF111BFB690}"/>
              </a:ext>
            </a:extLst>
          </p:cNvPr>
          <p:cNvSpPr>
            <a:spLocks noGrp="1"/>
          </p:cNvSpPr>
          <p:nvPr>
            <p:ph type="body" sz="quarter" idx="28" hasCustomPrompt="1"/>
          </p:nvPr>
        </p:nvSpPr>
        <p:spPr>
          <a:xfrm>
            <a:off x="595313" y="1193800"/>
            <a:ext cx="10999787" cy="215444"/>
          </a:xfrm>
        </p:spPr>
        <p:txBody>
          <a:bodyPr>
            <a:noAutofit/>
          </a:bodyPr>
          <a:lstStyle>
            <a:lvl1pPr>
              <a:spcAft>
                <a:spcPts val="0"/>
              </a:spcAft>
              <a:defRPr sz="1400">
                <a:solidFill>
                  <a:schemeClr val="accent1"/>
                </a:solidFill>
              </a:defRPr>
            </a:lvl1pPr>
          </a:lstStyle>
          <a:p>
            <a:pPr lvl="0"/>
            <a:r>
              <a:rPr lang="de-DE"/>
              <a:t>Subheadline</a:t>
            </a:r>
            <a:endParaRPr lang="en-US"/>
          </a:p>
        </p:txBody>
      </p:sp>
    </p:spTree>
    <p:extLst>
      <p:ext uri="{BB962C8B-B14F-4D97-AF65-F5344CB8AC3E}">
        <p14:creationId xmlns:p14="http://schemas.microsoft.com/office/powerpoint/2010/main" val="34406543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Contents with Icons">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360350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p>
            <a:r>
              <a:rPr lang="en-US"/>
              <a:t>Click to edit title style</a:t>
            </a:r>
            <a:br>
              <a:rPr lang="en-US"/>
            </a:br>
            <a:r>
              <a:rPr lang="en-US"/>
              <a:t>two lines, Arial 20 pt.</a:t>
            </a:r>
            <a:endParaRPr lang="de-DE"/>
          </a:p>
        </p:txBody>
      </p:sp>
      <p:sp>
        <p:nvSpPr>
          <p:cNvPr id="15" name="Textplatzhalter 14">
            <a:extLst>
              <a:ext uri="{FF2B5EF4-FFF2-40B4-BE49-F238E27FC236}">
                <a16:creationId xmlns:a16="http://schemas.microsoft.com/office/drawing/2014/main" id="{75C04DAD-A279-2640-AFDB-8FF9BFE3C3A1}"/>
              </a:ext>
            </a:extLst>
          </p:cNvPr>
          <p:cNvSpPr>
            <a:spLocks noGrp="1"/>
          </p:cNvSpPr>
          <p:nvPr>
            <p:ph type="body" sz="quarter" idx="21"/>
          </p:nvPr>
        </p:nvSpPr>
        <p:spPr>
          <a:xfrm>
            <a:off x="595313" y="3149600"/>
            <a:ext cx="3285966" cy="2246769"/>
          </a:xfrm>
        </p:spPr>
        <p:txBody>
          <a:bodyPr/>
          <a:lstStyle>
            <a:lvl1pPr algn="ctr">
              <a:defRPr/>
            </a:lvl1pPr>
            <a:lvl2pPr algn="ctr">
              <a:defRPr/>
            </a:lvl2pPr>
          </a:lstStyle>
          <a:p>
            <a:pPr lvl="0"/>
            <a:r>
              <a:rPr lang="en-US"/>
              <a:t>Click to edit Master text styles</a:t>
            </a:r>
          </a:p>
          <a:p>
            <a:pPr lvl="1"/>
            <a:r>
              <a:rPr lang="en-US"/>
              <a:t>Second level</a:t>
            </a:r>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9" name="Textplatzhalter 10">
            <a:extLst>
              <a:ext uri="{FF2B5EF4-FFF2-40B4-BE49-F238E27FC236}">
                <a16:creationId xmlns:a16="http://schemas.microsoft.com/office/drawing/2014/main" id="{7FE5DB61-0D8E-20C7-C9BF-9119BBAB241A}"/>
              </a:ext>
            </a:extLst>
          </p:cNvPr>
          <p:cNvSpPr>
            <a:spLocks noGrp="1"/>
          </p:cNvSpPr>
          <p:nvPr>
            <p:ph type="body" sz="quarter" idx="14" hasCustomPrompt="1"/>
          </p:nvPr>
        </p:nvSpPr>
        <p:spPr>
          <a:xfrm>
            <a:off x="595313" y="6167142"/>
            <a:ext cx="10999787" cy="276999"/>
          </a:xfrm>
        </p:spPr>
        <p:txBody>
          <a:bodyPr vert="horz" lIns="0" tIns="0" rIns="0" bIns="0" rtlCol="0" anchor="b">
            <a:noAutofit/>
          </a:bodyPr>
          <a:lstStyle>
            <a:lvl1pPr>
              <a:defRPr lang="de-DE" sz="600" dirty="0" smtClean="0">
                <a:solidFill>
                  <a:schemeClr val="accent4"/>
                </a:solidFill>
              </a:defRPr>
            </a:lvl1pPr>
          </a:lstStyle>
          <a:p>
            <a:pPr lvl="0">
              <a:spcAft>
                <a:spcPts val="0"/>
              </a:spcAft>
            </a:pPr>
            <a:r>
              <a:rPr lang="de-DE"/>
              <a:t>Source, Arial 6 pt. </a:t>
            </a:r>
          </a:p>
        </p:txBody>
      </p:sp>
      <p:sp>
        <p:nvSpPr>
          <p:cNvPr id="17" name="Textplatzhalter 14">
            <a:extLst>
              <a:ext uri="{FF2B5EF4-FFF2-40B4-BE49-F238E27FC236}">
                <a16:creationId xmlns:a16="http://schemas.microsoft.com/office/drawing/2014/main" id="{B73D07D2-EC36-1732-A679-8906AB65B2CF}"/>
              </a:ext>
            </a:extLst>
          </p:cNvPr>
          <p:cNvSpPr>
            <a:spLocks noGrp="1"/>
          </p:cNvSpPr>
          <p:nvPr>
            <p:ph type="body" sz="quarter" idx="22"/>
          </p:nvPr>
        </p:nvSpPr>
        <p:spPr>
          <a:xfrm>
            <a:off x="4452223" y="3149600"/>
            <a:ext cx="3285966" cy="2246769"/>
          </a:xfrm>
        </p:spPr>
        <p:txBody>
          <a:bodyPr/>
          <a:lstStyle>
            <a:lvl1pPr algn="ctr">
              <a:defRPr/>
            </a:lvl1pPr>
            <a:lvl2pPr algn="ctr">
              <a:defRPr/>
            </a:lvl2pPr>
          </a:lstStyle>
          <a:p>
            <a:pPr lvl="0"/>
            <a:r>
              <a:rPr lang="en-US"/>
              <a:t>Click to edit Master text styles</a:t>
            </a:r>
          </a:p>
          <a:p>
            <a:pPr lvl="1"/>
            <a:r>
              <a:rPr lang="en-US"/>
              <a:t>Second level</a:t>
            </a:r>
          </a:p>
        </p:txBody>
      </p:sp>
      <p:sp>
        <p:nvSpPr>
          <p:cNvPr id="13" name="Textplatzhalter 12">
            <a:extLst>
              <a:ext uri="{FF2B5EF4-FFF2-40B4-BE49-F238E27FC236}">
                <a16:creationId xmlns:a16="http://schemas.microsoft.com/office/drawing/2014/main" id="{2BE6BAB3-6EBC-3183-8538-2927C18C8CBA}"/>
              </a:ext>
            </a:extLst>
          </p:cNvPr>
          <p:cNvSpPr>
            <a:spLocks noGrp="1"/>
          </p:cNvSpPr>
          <p:nvPr>
            <p:ph type="body" sz="quarter" idx="16" hasCustomPrompt="1"/>
          </p:nvPr>
        </p:nvSpPr>
        <p:spPr>
          <a:xfrm>
            <a:off x="4166751" y="1636712"/>
            <a:ext cx="0" cy="4391930"/>
          </a:xfrm>
          <a:ln>
            <a:solidFill>
              <a:schemeClr val="accent6">
                <a:lumMod val="75000"/>
              </a:schemeClr>
            </a:solidFill>
          </a:ln>
        </p:spPr>
        <p:txBody>
          <a:bodyPr/>
          <a:lstStyle>
            <a:lvl1pPr>
              <a:defRPr sz="100">
                <a:solidFill>
                  <a:schemeClr val="bg1"/>
                </a:solidFill>
              </a:defRPr>
            </a:lvl1pPr>
          </a:lstStyle>
          <a:p>
            <a:pPr lvl="0"/>
            <a:r>
              <a:rPr lang="de-DE"/>
              <a:t>.</a:t>
            </a:r>
            <a:endParaRPr lang="en-US"/>
          </a:p>
        </p:txBody>
      </p:sp>
      <p:sp>
        <p:nvSpPr>
          <p:cNvPr id="19" name="Textplatzhalter 14">
            <a:extLst>
              <a:ext uri="{FF2B5EF4-FFF2-40B4-BE49-F238E27FC236}">
                <a16:creationId xmlns:a16="http://schemas.microsoft.com/office/drawing/2014/main" id="{63776B5E-308A-90FD-70E5-944E9099E058}"/>
              </a:ext>
            </a:extLst>
          </p:cNvPr>
          <p:cNvSpPr>
            <a:spLocks noGrp="1"/>
          </p:cNvSpPr>
          <p:nvPr>
            <p:ph type="body" sz="quarter" idx="23"/>
          </p:nvPr>
        </p:nvSpPr>
        <p:spPr>
          <a:xfrm>
            <a:off x="8309133" y="3149600"/>
            <a:ext cx="3285966" cy="2246769"/>
          </a:xfrm>
        </p:spPr>
        <p:txBody>
          <a:bodyPr/>
          <a:lstStyle>
            <a:lvl1pPr algn="ctr">
              <a:defRPr/>
            </a:lvl1pPr>
            <a:lvl2pPr algn="ctr">
              <a:defRPr/>
            </a:lvl2pPr>
          </a:lstStyle>
          <a:p>
            <a:pPr lvl="0"/>
            <a:r>
              <a:rPr lang="en-US"/>
              <a:t>Click to edit Master text styles</a:t>
            </a:r>
          </a:p>
          <a:p>
            <a:pPr lvl="1"/>
            <a:r>
              <a:rPr lang="en-US"/>
              <a:t>Second level</a:t>
            </a:r>
          </a:p>
        </p:txBody>
      </p:sp>
      <p:sp>
        <p:nvSpPr>
          <p:cNvPr id="18" name="Textplatzhalter 13">
            <a:extLst>
              <a:ext uri="{FF2B5EF4-FFF2-40B4-BE49-F238E27FC236}">
                <a16:creationId xmlns:a16="http://schemas.microsoft.com/office/drawing/2014/main" id="{7B2281CC-B3B7-6B4B-452F-1011D877ABC0}"/>
              </a:ext>
            </a:extLst>
          </p:cNvPr>
          <p:cNvSpPr>
            <a:spLocks noGrp="1"/>
          </p:cNvSpPr>
          <p:nvPr>
            <p:ph type="body" sz="quarter" idx="19" hasCustomPrompt="1"/>
          </p:nvPr>
        </p:nvSpPr>
        <p:spPr>
          <a:xfrm>
            <a:off x="595313" y="195962"/>
            <a:ext cx="10999787" cy="138499"/>
          </a:xfrm>
        </p:spPr>
        <p:txBody>
          <a:bodyPr vert="horz" lIns="0" tIns="0" rIns="0" bIns="0" rtlCol="0">
            <a:noAutofit/>
          </a:bodyPr>
          <a:lstStyle>
            <a:lvl1pPr>
              <a:spcAft>
                <a:spcPts val="0"/>
              </a:spcAft>
              <a:defRPr lang="de-DE" sz="900" b="0" smtClean="0">
                <a:solidFill>
                  <a:schemeClr val="accent1"/>
                </a:solidFill>
              </a:defRPr>
            </a:lvl1pPr>
            <a:lvl2pPr>
              <a:defRPr lang="de-DE" smtClean="0"/>
            </a:lvl2pPr>
            <a:lvl3pPr>
              <a:defRPr lang="de-DE" smtClean="0"/>
            </a:lvl3pPr>
            <a:lvl4pPr>
              <a:defRPr lang="de-DE" smtClean="0"/>
            </a:lvl4pPr>
            <a:lvl5pPr>
              <a:defRPr lang="en-US"/>
            </a:lvl5pPr>
          </a:lstStyle>
          <a:p>
            <a:pPr lvl="0">
              <a:buFont typeface="Arial" panose="020B0604020202020204" pitchFamily="34" charset="0"/>
            </a:pPr>
            <a:r>
              <a:rPr lang="de-DE"/>
              <a:t>Header, </a:t>
            </a:r>
            <a:r>
              <a:rPr lang="de-DE" err="1"/>
              <a:t>Jungle</a:t>
            </a:r>
            <a:r>
              <a:rPr lang="de-DE"/>
              <a:t> Green, 9pt. </a:t>
            </a:r>
          </a:p>
        </p:txBody>
      </p:sp>
      <p:sp>
        <p:nvSpPr>
          <p:cNvPr id="7" name="Textplatzhalter 12">
            <a:extLst>
              <a:ext uri="{FF2B5EF4-FFF2-40B4-BE49-F238E27FC236}">
                <a16:creationId xmlns:a16="http://schemas.microsoft.com/office/drawing/2014/main" id="{9766368E-0C1A-3BF3-0407-A7A18E2CD7FE}"/>
              </a:ext>
            </a:extLst>
          </p:cNvPr>
          <p:cNvSpPr>
            <a:spLocks noGrp="1"/>
          </p:cNvSpPr>
          <p:nvPr>
            <p:ph type="body" sz="quarter" idx="18" hasCustomPrompt="1"/>
          </p:nvPr>
        </p:nvSpPr>
        <p:spPr>
          <a:xfrm>
            <a:off x="8023661" y="1636712"/>
            <a:ext cx="0" cy="4391930"/>
          </a:xfrm>
          <a:ln>
            <a:solidFill>
              <a:schemeClr val="accent6">
                <a:lumMod val="75000"/>
              </a:schemeClr>
            </a:solidFill>
          </a:ln>
        </p:spPr>
        <p:txBody>
          <a:bodyPr/>
          <a:lstStyle>
            <a:lvl1pPr>
              <a:defRPr sz="100">
                <a:solidFill>
                  <a:schemeClr val="bg1"/>
                </a:solidFill>
              </a:defRPr>
            </a:lvl1pPr>
          </a:lstStyle>
          <a:p>
            <a:pPr lvl="0"/>
            <a:r>
              <a:rPr lang="de-DE"/>
              <a:t>.</a:t>
            </a:r>
            <a:endParaRPr lang="en-US"/>
          </a:p>
        </p:txBody>
      </p:sp>
      <p:sp>
        <p:nvSpPr>
          <p:cNvPr id="20" name="Textplatzhalter 14">
            <a:extLst>
              <a:ext uri="{FF2B5EF4-FFF2-40B4-BE49-F238E27FC236}">
                <a16:creationId xmlns:a16="http://schemas.microsoft.com/office/drawing/2014/main" id="{4F63356E-40CF-884F-15BD-89CE3363C720}"/>
              </a:ext>
            </a:extLst>
          </p:cNvPr>
          <p:cNvSpPr>
            <a:spLocks noGrp="1"/>
          </p:cNvSpPr>
          <p:nvPr>
            <p:ph type="body" sz="quarter" idx="24"/>
          </p:nvPr>
        </p:nvSpPr>
        <p:spPr>
          <a:xfrm>
            <a:off x="595313" y="5522386"/>
            <a:ext cx="3285966" cy="506256"/>
          </a:xfrm>
          <a:solidFill>
            <a:schemeClr val="bg2"/>
          </a:solidFill>
        </p:spPr>
        <p:txBody>
          <a:bodyPr lIns="144000" tIns="144000" rIns="144000" bIns="144000">
            <a:noAutofit/>
          </a:bodyPr>
          <a:lstStyle>
            <a:lvl1pPr algn="ctr">
              <a:defRPr/>
            </a:lvl1pPr>
            <a:lvl2pPr algn="ctr">
              <a:defRPr/>
            </a:lvl2pPr>
          </a:lstStyle>
          <a:p>
            <a:pPr lvl="0"/>
            <a:r>
              <a:rPr lang="en-US"/>
              <a:t>Click to edit Master text styles</a:t>
            </a:r>
          </a:p>
        </p:txBody>
      </p:sp>
      <p:sp>
        <p:nvSpPr>
          <p:cNvPr id="21" name="Textplatzhalter 14">
            <a:extLst>
              <a:ext uri="{FF2B5EF4-FFF2-40B4-BE49-F238E27FC236}">
                <a16:creationId xmlns:a16="http://schemas.microsoft.com/office/drawing/2014/main" id="{34C50B7C-AE5D-07C3-15B1-778B1BBB655F}"/>
              </a:ext>
            </a:extLst>
          </p:cNvPr>
          <p:cNvSpPr>
            <a:spLocks noGrp="1"/>
          </p:cNvSpPr>
          <p:nvPr>
            <p:ph type="body" sz="quarter" idx="25"/>
          </p:nvPr>
        </p:nvSpPr>
        <p:spPr>
          <a:xfrm>
            <a:off x="4452223" y="5522386"/>
            <a:ext cx="3285966" cy="506256"/>
          </a:xfrm>
          <a:solidFill>
            <a:schemeClr val="bg2"/>
          </a:solidFill>
        </p:spPr>
        <p:txBody>
          <a:bodyPr lIns="144000" tIns="144000" rIns="144000" bIns="144000">
            <a:noAutofit/>
          </a:bodyPr>
          <a:lstStyle>
            <a:lvl1pPr algn="ctr">
              <a:defRPr/>
            </a:lvl1pPr>
            <a:lvl2pPr algn="ctr">
              <a:defRPr/>
            </a:lvl2pPr>
          </a:lstStyle>
          <a:p>
            <a:pPr lvl="0"/>
            <a:r>
              <a:rPr lang="en-US"/>
              <a:t>Click to edit Master text styles</a:t>
            </a:r>
          </a:p>
        </p:txBody>
      </p:sp>
      <p:sp>
        <p:nvSpPr>
          <p:cNvPr id="22" name="Textplatzhalter 14">
            <a:extLst>
              <a:ext uri="{FF2B5EF4-FFF2-40B4-BE49-F238E27FC236}">
                <a16:creationId xmlns:a16="http://schemas.microsoft.com/office/drawing/2014/main" id="{CAE41D33-AB15-0196-CAB7-5AE34F50B6B4}"/>
              </a:ext>
            </a:extLst>
          </p:cNvPr>
          <p:cNvSpPr>
            <a:spLocks noGrp="1"/>
          </p:cNvSpPr>
          <p:nvPr>
            <p:ph type="body" sz="quarter" idx="26"/>
          </p:nvPr>
        </p:nvSpPr>
        <p:spPr>
          <a:xfrm>
            <a:off x="8309133" y="5522386"/>
            <a:ext cx="3285966" cy="506256"/>
          </a:xfrm>
          <a:solidFill>
            <a:schemeClr val="bg2"/>
          </a:solidFill>
        </p:spPr>
        <p:txBody>
          <a:bodyPr lIns="144000" tIns="144000" rIns="144000" bIns="144000">
            <a:noAutofit/>
          </a:bodyPr>
          <a:lstStyle>
            <a:lvl1pPr algn="ctr">
              <a:defRPr/>
            </a:lvl1pPr>
            <a:lvl2pPr algn="ctr">
              <a:defRPr/>
            </a:lvl2pPr>
          </a:lstStyle>
          <a:p>
            <a:pPr lvl="0"/>
            <a:r>
              <a:rPr lang="en-US"/>
              <a:t>Click to edit Master text styles</a:t>
            </a:r>
          </a:p>
        </p:txBody>
      </p:sp>
      <p:sp>
        <p:nvSpPr>
          <p:cNvPr id="24" name="Bildplatzhalter 23">
            <a:extLst>
              <a:ext uri="{FF2B5EF4-FFF2-40B4-BE49-F238E27FC236}">
                <a16:creationId xmlns:a16="http://schemas.microsoft.com/office/drawing/2014/main" id="{37F482C8-4A11-3467-FFA8-66A7AE60D6E3}"/>
              </a:ext>
            </a:extLst>
          </p:cNvPr>
          <p:cNvSpPr>
            <a:spLocks noGrp="1"/>
          </p:cNvSpPr>
          <p:nvPr>
            <p:ph type="pic" sz="quarter" idx="27"/>
          </p:nvPr>
        </p:nvSpPr>
        <p:spPr>
          <a:xfrm>
            <a:off x="1617147" y="1636712"/>
            <a:ext cx="1242298" cy="1242298"/>
          </a:xfrm>
        </p:spPr>
        <p:txBody>
          <a:bodyPr anchor="ctr"/>
          <a:lstStyle>
            <a:lvl1pPr algn="ctr">
              <a:defRPr/>
            </a:lvl1pPr>
          </a:lstStyle>
          <a:p>
            <a:r>
              <a:rPr lang="en-US"/>
              <a:t>Click icon to add picture</a:t>
            </a:r>
          </a:p>
        </p:txBody>
      </p:sp>
      <p:sp>
        <p:nvSpPr>
          <p:cNvPr id="25" name="Bildplatzhalter 23">
            <a:extLst>
              <a:ext uri="{FF2B5EF4-FFF2-40B4-BE49-F238E27FC236}">
                <a16:creationId xmlns:a16="http://schemas.microsoft.com/office/drawing/2014/main" id="{496643ED-4164-D815-1460-1322A5C119DC}"/>
              </a:ext>
            </a:extLst>
          </p:cNvPr>
          <p:cNvSpPr>
            <a:spLocks noGrp="1"/>
          </p:cNvSpPr>
          <p:nvPr>
            <p:ph type="pic" sz="quarter" idx="28"/>
          </p:nvPr>
        </p:nvSpPr>
        <p:spPr>
          <a:xfrm>
            <a:off x="5474056" y="1636712"/>
            <a:ext cx="1242298" cy="1242298"/>
          </a:xfrm>
        </p:spPr>
        <p:txBody>
          <a:bodyPr anchor="ctr"/>
          <a:lstStyle>
            <a:lvl1pPr algn="ctr">
              <a:defRPr/>
            </a:lvl1pPr>
          </a:lstStyle>
          <a:p>
            <a:r>
              <a:rPr lang="en-US"/>
              <a:t>Click icon to add picture</a:t>
            </a:r>
          </a:p>
        </p:txBody>
      </p:sp>
      <p:sp>
        <p:nvSpPr>
          <p:cNvPr id="26" name="Bildplatzhalter 23">
            <a:extLst>
              <a:ext uri="{FF2B5EF4-FFF2-40B4-BE49-F238E27FC236}">
                <a16:creationId xmlns:a16="http://schemas.microsoft.com/office/drawing/2014/main" id="{93CBE5D5-3968-FEFC-63FD-CB1A4498E2C9}"/>
              </a:ext>
            </a:extLst>
          </p:cNvPr>
          <p:cNvSpPr>
            <a:spLocks noGrp="1"/>
          </p:cNvSpPr>
          <p:nvPr>
            <p:ph type="pic" sz="quarter" idx="29"/>
          </p:nvPr>
        </p:nvSpPr>
        <p:spPr>
          <a:xfrm>
            <a:off x="9330968" y="1636712"/>
            <a:ext cx="1242298" cy="1242298"/>
          </a:xfrm>
        </p:spPr>
        <p:txBody>
          <a:bodyPr anchor="ctr"/>
          <a:lstStyle>
            <a:lvl1pPr algn="ctr">
              <a:defRPr/>
            </a:lvl1pPr>
          </a:lstStyle>
          <a:p>
            <a:r>
              <a:rPr lang="en-US"/>
              <a:t>Click icon to add picture</a:t>
            </a:r>
          </a:p>
        </p:txBody>
      </p:sp>
      <p:sp>
        <p:nvSpPr>
          <p:cNvPr id="3" name="Textplatzhalter 6">
            <a:extLst>
              <a:ext uri="{FF2B5EF4-FFF2-40B4-BE49-F238E27FC236}">
                <a16:creationId xmlns:a16="http://schemas.microsoft.com/office/drawing/2014/main" id="{1BA1BEB0-6612-E281-4242-3FE2479977F3}"/>
              </a:ext>
            </a:extLst>
          </p:cNvPr>
          <p:cNvSpPr>
            <a:spLocks noGrp="1"/>
          </p:cNvSpPr>
          <p:nvPr>
            <p:ph type="body" sz="quarter" idx="30" hasCustomPrompt="1"/>
          </p:nvPr>
        </p:nvSpPr>
        <p:spPr>
          <a:xfrm>
            <a:off x="595313" y="1193800"/>
            <a:ext cx="10999787" cy="215444"/>
          </a:xfrm>
        </p:spPr>
        <p:txBody>
          <a:bodyPr>
            <a:noAutofit/>
          </a:bodyPr>
          <a:lstStyle>
            <a:lvl1pPr>
              <a:spcAft>
                <a:spcPts val="0"/>
              </a:spcAft>
              <a:defRPr sz="1400">
                <a:solidFill>
                  <a:schemeClr val="accent1"/>
                </a:solidFill>
              </a:defRPr>
            </a:lvl1pPr>
          </a:lstStyle>
          <a:p>
            <a:pPr lvl="0"/>
            <a:r>
              <a:rPr lang="de-DE"/>
              <a:t>Subheadline</a:t>
            </a:r>
            <a:endParaRPr lang="en-US"/>
          </a:p>
        </p:txBody>
      </p:sp>
    </p:spTree>
    <p:extLst>
      <p:ext uri="{BB962C8B-B14F-4D97-AF65-F5344CB8AC3E}">
        <p14:creationId xmlns:p14="http://schemas.microsoft.com/office/powerpoint/2010/main" val="10721213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mp; Picture">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2963129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p>
            <a:r>
              <a:rPr lang="en-US"/>
              <a:t>Click to edit title style</a:t>
            </a:r>
            <a:br>
              <a:rPr lang="en-US"/>
            </a:br>
            <a:r>
              <a:rPr lang="en-US"/>
              <a:t>two lines, Arial 20 pt.</a:t>
            </a:r>
            <a:endParaRPr lang="de-DE"/>
          </a:p>
        </p:txBody>
      </p:sp>
      <p:sp>
        <p:nvSpPr>
          <p:cNvPr id="3" name="Inhaltsplatzhalter 2">
            <a:extLst>
              <a:ext uri="{FF2B5EF4-FFF2-40B4-BE49-F238E27FC236}">
                <a16:creationId xmlns:a16="http://schemas.microsoft.com/office/drawing/2014/main" id="{6868DF96-4335-75D0-8219-98C523538605}"/>
              </a:ext>
            </a:extLst>
          </p:cNvPr>
          <p:cNvSpPr>
            <a:spLocks noGrp="1"/>
          </p:cNvSpPr>
          <p:nvPr>
            <p:ph idx="1" hasCustomPrompt="1"/>
          </p:nvPr>
        </p:nvSpPr>
        <p:spPr>
          <a:xfrm>
            <a:off x="595313" y="1636713"/>
            <a:ext cx="4433887" cy="4391930"/>
          </a:xfrm>
        </p:spPr>
        <p:txBody>
          <a:body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10" name="Textplatzhalter 10">
            <a:extLst>
              <a:ext uri="{FF2B5EF4-FFF2-40B4-BE49-F238E27FC236}">
                <a16:creationId xmlns:a16="http://schemas.microsoft.com/office/drawing/2014/main" id="{2853974F-1C2E-DCCD-3E2E-AAC228CBD7DC}"/>
              </a:ext>
            </a:extLst>
          </p:cNvPr>
          <p:cNvSpPr>
            <a:spLocks noGrp="1"/>
          </p:cNvSpPr>
          <p:nvPr>
            <p:ph type="body" sz="quarter" idx="14" hasCustomPrompt="1"/>
          </p:nvPr>
        </p:nvSpPr>
        <p:spPr>
          <a:xfrm>
            <a:off x="595313" y="6167142"/>
            <a:ext cx="10999787" cy="276999"/>
          </a:xfrm>
        </p:spPr>
        <p:txBody>
          <a:bodyPr vert="horz" lIns="0" tIns="0" rIns="0" bIns="0" rtlCol="0" anchor="b">
            <a:noAutofit/>
          </a:bodyPr>
          <a:lstStyle>
            <a:lvl1pPr>
              <a:defRPr lang="de-DE" sz="600" dirty="0" smtClean="0">
                <a:solidFill>
                  <a:schemeClr val="accent4"/>
                </a:solidFill>
              </a:defRPr>
            </a:lvl1pPr>
          </a:lstStyle>
          <a:p>
            <a:pPr lvl="0">
              <a:spcAft>
                <a:spcPts val="0"/>
              </a:spcAft>
            </a:pPr>
            <a:r>
              <a:rPr lang="de-DE"/>
              <a:t>Source, Arial 6 pt. </a:t>
            </a:r>
          </a:p>
        </p:txBody>
      </p:sp>
      <p:sp>
        <p:nvSpPr>
          <p:cNvPr id="11" name="Textplatzhalter 13">
            <a:extLst>
              <a:ext uri="{FF2B5EF4-FFF2-40B4-BE49-F238E27FC236}">
                <a16:creationId xmlns:a16="http://schemas.microsoft.com/office/drawing/2014/main" id="{A9037845-3AC6-0257-AB04-F71A9CB2D603}"/>
              </a:ext>
            </a:extLst>
          </p:cNvPr>
          <p:cNvSpPr>
            <a:spLocks noGrp="1"/>
          </p:cNvSpPr>
          <p:nvPr>
            <p:ph type="body" sz="quarter" idx="16" hasCustomPrompt="1"/>
          </p:nvPr>
        </p:nvSpPr>
        <p:spPr>
          <a:xfrm>
            <a:off x="595313" y="195962"/>
            <a:ext cx="10999787" cy="138499"/>
          </a:xfrm>
        </p:spPr>
        <p:txBody>
          <a:bodyPr vert="horz" lIns="0" tIns="0" rIns="0" bIns="0" rtlCol="0">
            <a:noAutofit/>
          </a:bodyPr>
          <a:lstStyle>
            <a:lvl1pPr>
              <a:spcAft>
                <a:spcPts val="0"/>
              </a:spcAft>
              <a:defRPr lang="de-DE" sz="900" b="0" smtClean="0">
                <a:solidFill>
                  <a:schemeClr val="accent1"/>
                </a:solidFill>
              </a:defRPr>
            </a:lvl1pPr>
            <a:lvl2pPr>
              <a:defRPr lang="de-DE" smtClean="0"/>
            </a:lvl2pPr>
            <a:lvl3pPr>
              <a:defRPr lang="de-DE" smtClean="0"/>
            </a:lvl3pPr>
            <a:lvl4pPr>
              <a:defRPr lang="de-DE" smtClean="0"/>
            </a:lvl4pPr>
            <a:lvl5pPr>
              <a:defRPr lang="en-US"/>
            </a:lvl5pPr>
          </a:lstStyle>
          <a:p>
            <a:pPr lvl="0">
              <a:buFont typeface="Arial" panose="020B0604020202020204" pitchFamily="34" charset="0"/>
            </a:pPr>
            <a:r>
              <a:rPr lang="de-DE"/>
              <a:t>Header, </a:t>
            </a:r>
            <a:r>
              <a:rPr lang="de-DE" err="1"/>
              <a:t>Jungle</a:t>
            </a:r>
            <a:r>
              <a:rPr lang="de-DE"/>
              <a:t> Green, 9pt. </a:t>
            </a:r>
          </a:p>
        </p:txBody>
      </p:sp>
      <p:sp>
        <p:nvSpPr>
          <p:cNvPr id="12" name="Bildplatzhalter 11">
            <a:extLst>
              <a:ext uri="{FF2B5EF4-FFF2-40B4-BE49-F238E27FC236}">
                <a16:creationId xmlns:a16="http://schemas.microsoft.com/office/drawing/2014/main" id="{25802C8F-D026-4063-2C7B-27472F0CD234}"/>
              </a:ext>
            </a:extLst>
          </p:cNvPr>
          <p:cNvSpPr>
            <a:spLocks noGrp="1"/>
          </p:cNvSpPr>
          <p:nvPr>
            <p:ph type="pic" sz="quarter" idx="17"/>
          </p:nvPr>
        </p:nvSpPr>
        <p:spPr>
          <a:xfrm>
            <a:off x="5249250" y="1636713"/>
            <a:ext cx="6942751" cy="4391930"/>
          </a:xfrm>
          <a:solidFill>
            <a:schemeClr val="bg2"/>
          </a:solidFill>
        </p:spPr>
        <p:txBody>
          <a:bodyPr anchor="ctr"/>
          <a:lstStyle>
            <a:lvl1pPr algn="ctr">
              <a:defRPr/>
            </a:lvl1pPr>
          </a:lstStyle>
          <a:p>
            <a:r>
              <a:rPr lang="en-US"/>
              <a:t>Click icon to add picture</a:t>
            </a:r>
            <a:endParaRPr lang="de-DE"/>
          </a:p>
        </p:txBody>
      </p:sp>
      <p:sp>
        <p:nvSpPr>
          <p:cNvPr id="7" name="Textplatzhalter 6">
            <a:extLst>
              <a:ext uri="{FF2B5EF4-FFF2-40B4-BE49-F238E27FC236}">
                <a16:creationId xmlns:a16="http://schemas.microsoft.com/office/drawing/2014/main" id="{F3359509-D04A-A5F0-33A6-231EF22C3A53}"/>
              </a:ext>
            </a:extLst>
          </p:cNvPr>
          <p:cNvSpPr>
            <a:spLocks noGrp="1"/>
          </p:cNvSpPr>
          <p:nvPr>
            <p:ph type="body" sz="quarter" idx="18" hasCustomPrompt="1"/>
          </p:nvPr>
        </p:nvSpPr>
        <p:spPr>
          <a:xfrm>
            <a:off x="595313" y="1193800"/>
            <a:ext cx="10999787" cy="215444"/>
          </a:xfrm>
        </p:spPr>
        <p:txBody>
          <a:bodyPr>
            <a:noAutofit/>
          </a:bodyPr>
          <a:lstStyle>
            <a:lvl1pPr>
              <a:spcAft>
                <a:spcPts val="0"/>
              </a:spcAft>
              <a:defRPr sz="1400">
                <a:solidFill>
                  <a:schemeClr val="accent1"/>
                </a:solidFill>
              </a:defRPr>
            </a:lvl1pPr>
          </a:lstStyle>
          <a:p>
            <a:pPr lvl="0"/>
            <a:r>
              <a:rPr lang="de-DE"/>
              <a:t>Subheadline</a:t>
            </a:r>
            <a:endParaRPr lang="en-US"/>
          </a:p>
        </p:txBody>
      </p:sp>
    </p:spTree>
    <p:extLst>
      <p:ext uri="{BB962C8B-B14F-4D97-AF65-F5344CB8AC3E}">
        <p14:creationId xmlns:p14="http://schemas.microsoft.com/office/powerpoint/2010/main" val="35228796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2963129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p>
            <a:r>
              <a:rPr lang="en-US"/>
              <a:t>Click to edit title style</a:t>
            </a:r>
            <a:br>
              <a:rPr lang="en-US"/>
            </a:br>
            <a:r>
              <a:rPr lang="en-US"/>
              <a:t>two lines, Arial 20 pt.</a:t>
            </a:r>
            <a:endParaRPr lang="de-DE"/>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10" name="Textplatzhalter 10">
            <a:extLst>
              <a:ext uri="{FF2B5EF4-FFF2-40B4-BE49-F238E27FC236}">
                <a16:creationId xmlns:a16="http://schemas.microsoft.com/office/drawing/2014/main" id="{2853974F-1C2E-DCCD-3E2E-AAC228CBD7DC}"/>
              </a:ext>
            </a:extLst>
          </p:cNvPr>
          <p:cNvSpPr>
            <a:spLocks noGrp="1"/>
          </p:cNvSpPr>
          <p:nvPr>
            <p:ph type="body" sz="quarter" idx="14" hasCustomPrompt="1"/>
          </p:nvPr>
        </p:nvSpPr>
        <p:spPr>
          <a:xfrm>
            <a:off x="595313" y="6167142"/>
            <a:ext cx="10999787" cy="276999"/>
          </a:xfrm>
        </p:spPr>
        <p:txBody>
          <a:bodyPr vert="horz" lIns="0" tIns="0" rIns="0" bIns="0" rtlCol="0" anchor="b">
            <a:noAutofit/>
          </a:bodyPr>
          <a:lstStyle>
            <a:lvl1pPr>
              <a:defRPr lang="de-DE" sz="600" dirty="0" smtClean="0">
                <a:solidFill>
                  <a:schemeClr val="accent4"/>
                </a:solidFill>
              </a:defRPr>
            </a:lvl1pPr>
          </a:lstStyle>
          <a:p>
            <a:pPr lvl="0">
              <a:spcAft>
                <a:spcPts val="0"/>
              </a:spcAft>
            </a:pPr>
            <a:r>
              <a:rPr lang="de-DE"/>
              <a:t>Source, Arial 6 pt. </a:t>
            </a:r>
          </a:p>
        </p:txBody>
      </p:sp>
      <p:sp>
        <p:nvSpPr>
          <p:cNvPr id="11" name="Textplatzhalter 13">
            <a:extLst>
              <a:ext uri="{FF2B5EF4-FFF2-40B4-BE49-F238E27FC236}">
                <a16:creationId xmlns:a16="http://schemas.microsoft.com/office/drawing/2014/main" id="{A9037845-3AC6-0257-AB04-F71A9CB2D603}"/>
              </a:ext>
            </a:extLst>
          </p:cNvPr>
          <p:cNvSpPr>
            <a:spLocks noGrp="1"/>
          </p:cNvSpPr>
          <p:nvPr>
            <p:ph type="body" sz="quarter" idx="16" hasCustomPrompt="1"/>
          </p:nvPr>
        </p:nvSpPr>
        <p:spPr>
          <a:xfrm>
            <a:off x="595313" y="195962"/>
            <a:ext cx="10999787" cy="138499"/>
          </a:xfrm>
        </p:spPr>
        <p:txBody>
          <a:bodyPr vert="horz" lIns="0" tIns="0" rIns="0" bIns="0" rtlCol="0">
            <a:noAutofit/>
          </a:bodyPr>
          <a:lstStyle>
            <a:lvl1pPr>
              <a:spcAft>
                <a:spcPts val="0"/>
              </a:spcAft>
              <a:defRPr lang="de-DE" sz="900" b="0" smtClean="0">
                <a:solidFill>
                  <a:schemeClr val="accent1"/>
                </a:solidFill>
              </a:defRPr>
            </a:lvl1pPr>
            <a:lvl2pPr>
              <a:defRPr lang="de-DE" smtClean="0"/>
            </a:lvl2pPr>
            <a:lvl3pPr>
              <a:defRPr lang="de-DE" smtClean="0"/>
            </a:lvl3pPr>
            <a:lvl4pPr>
              <a:defRPr lang="de-DE" smtClean="0"/>
            </a:lvl4pPr>
            <a:lvl5pPr>
              <a:defRPr lang="en-US"/>
            </a:lvl5pPr>
          </a:lstStyle>
          <a:p>
            <a:pPr lvl="0">
              <a:buFont typeface="Arial" panose="020B0604020202020204" pitchFamily="34" charset="0"/>
            </a:pPr>
            <a:r>
              <a:rPr lang="de-DE"/>
              <a:t>Header, </a:t>
            </a:r>
            <a:r>
              <a:rPr lang="de-DE" err="1"/>
              <a:t>Jungle</a:t>
            </a:r>
            <a:r>
              <a:rPr lang="de-DE"/>
              <a:t> Green, 9pt. </a:t>
            </a:r>
          </a:p>
        </p:txBody>
      </p:sp>
      <p:sp>
        <p:nvSpPr>
          <p:cNvPr id="12" name="Bildplatzhalter 11">
            <a:extLst>
              <a:ext uri="{FF2B5EF4-FFF2-40B4-BE49-F238E27FC236}">
                <a16:creationId xmlns:a16="http://schemas.microsoft.com/office/drawing/2014/main" id="{25802C8F-D026-4063-2C7B-27472F0CD234}"/>
              </a:ext>
            </a:extLst>
          </p:cNvPr>
          <p:cNvSpPr>
            <a:spLocks noGrp="1"/>
          </p:cNvSpPr>
          <p:nvPr>
            <p:ph type="pic" sz="quarter" idx="17"/>
          </p:nvPr>
        </p:nvSpPr>
        <p:spPr>
          <a:xfrm>
            <a:off x="595314" y="1636713"/>
            <a:ext cx="11596688" cy="4391930"/>
          </a:xfrm>
          <a:solidFill>
            <a:schemeClr val="bg2"/>
          </a:solidFill>
        </p:spPr>
        <p:txBody>
          <a:bodyPr anchor="ctr"/>
          <a:lstStyle>
            <a:lvl1pPr algn="ctr">
              <a:defRPr/>
            </a:lvl1pPr>
          </a:lstStyle>
          <a:p>
            <a:r>
              <a:rPr lang="en-US"/>
              <a:t>Click icon to add picture</a:t>
            </a:r>
            <a:endParaRPr lang="de-DE"/>
          </a:p>
        </p:txBody>
      </p:sp>
      <p:sp>
        <p:nvSpPr>
          <p:cNvPr id="7" name="Textplatzhalter 6">
            <a:extLst>
              <a:ext uri="{FF2B5EF4-FFF2-40B4-BE49-F238E27FC236}">
                <a16:creationId xmlns:a16="http://schemas.microsoft.com/office/drawing/2014/main" id="{F3359509-D04A-A5F0-33A6-231EF22C3A53}"/>
              </a:ext>
            </a:extLst>
          </p:cNvPr>
          <p:cNvSpPr>
            <a:spLocks noGrp="1"/>
          </p:cNvSpPr>
          <p:nvPr>
            <p:ph type="body" sz="quarter" idx="18" hasCustomPrompt="1"/>
          </p:nvPr>
        </p:nvSpPr>
        <p:spPr>
          <a:xfrm>
            <a:off x="595313" y="1193800"/>
            <a:ext cx="10999787" cy="215444"/>
          </a:xfrm>
        </p:spPr>
        <p:txBody>
          <a:bodyPr>
            <a:noAutofit/>
          </a:bodyPr>
          <a:lstStyle>
            <a:lvl1pPr>
              <a:spcAft>
                <a:spcPts val="0"/>
              </a:spcAft>
              <a:defRPr sz="1400">
                <a:solidFill>
                  <a:schemeClr val="accent1"/>
                </a:solidFill>
              </a:defRPr>
            </a:lvl1pPr>
          </a:lstStyle>
          <a:p>
            <a:pPr lvl="0"/>
            <a:r>
              <a:rPr lang="de-DE"/>
              <a:t>Subheadline</a:t>
            </a:r>
            <a:endParaRPr lang="en-US"/>
          </a:p>
        </p:txBody>
      </p:sp>
    </p:spTree>
    <p:extLst>
      <p:ext uri="{BB962C8B-B14F-4D97-AF65-F5344CB8AC3E}">
        <p14:creationId xmlns:p14="http://schemas.microsoft.com/office/powerpoint/2010/main" val="12089217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cture Full Page">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28177401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Bildplatzhalter 12">
            <a:extLst>
              <a:ext uri="{FF2B5EF4-FFF2-40B4-BE49-F238E27FC236}">
                <a16:creationId xmlns:a16="http://schemas.microsoft.com/office/drawing/2014/main" id="{4B0F0DB0-4730-589E-1922-752241A4854F}"/>
              </a:ext>
            </a:extLst>
          </p:cNvPr>
          <p:cNvSpPr>
            <a:spLocks noGrp="1"/>
          </p:cNvSpPr>
          <p:nvPr>
            <p:ph type="pic" sz="quarter" idx="17"/>
          </p:nvPr>
        </p:nvSpPr>
        <p:spPr>
          <a:xfrm>
            <a:off x="0" y="1"/>
            <a:ext cx="12192000" cy="6524625"/>
          </a:xfrm>
          <a:custGeom>
            <a:avLst/>
            <a:gdLst>
              <a:gd name="connsiteX0" fmla="*/ 0 w 12192000"/>
              <a:gd name="connsiteY0" fmla="*/ 0 h 6524625"/>
              <a:gd name="connsiteX1" fmla="*/ 12192000 w 12192000"/>
              <a:gd name="connsiteY1" fmla="*/ 0 h 6524625"/>
              <a:gd name="connsiteX2" fmla="*/ 12192000 w 12192000"/>
              <a:gd name="connsiteY2" fmla="*/ 6524625 h 6524625"/>
              <a:gd name="connsiteX3" fmla="*/ 0 w 12192000"/>
              <a:gd name="connsiteY3" fmla="*/ 6524625 h 6524625"/>
            </a:gdLst>
            <a:ahLst/>
            <a:cxnLst>
              <a:cxn ang="0">
                <a:pos x="connsiteX0" y="connsiteY0"/>
              </a:cxn>
              <a:cxn ang="0">
                <a:pos x="connsiteX1" y="connsiteY1"/>
              </a:cxn>
              <a:cxn ang="0">
                <a:pos x="connsiteX2" y="connsiteY2"/>
              </a:cxn>
              <a:cxn ang="0">
                <a:pos x="connsiteX3" y="connsiteY3"/>
              </a:cxn>
            </a:cxnLst>
            <a:rect l="l" t="t" r="r" b="b"/>
            <a:pathLst>
              <a:path w="12192000" h="6524625">
                <a:moveTo>
                  <a:pt x="0" y="0"/>
                </a:moveTo>
                <a:lnTo>
                  <a:pt x="12192000" y="0"/>
                </a:lnTo>
                <a:lnTo>
                  <a:pt x="12192000" y="6524625"/>
                </a:lnTo>
                <a:lnTo>
                  <a:pt x="0" y="6524625"/>
                </a:lnTo>
                <a:close/>
              </a:path>
            </a:pathLst>
          </a:custGeom>
          <a:solidFill>
            <a:schemeClr val="bg2"/>
          </a:solidFill>
        </p:spPr>
        <p:txBody>
          <a:bodyPr wrap="square" anchor="ctr">
            <a:noAutofit/>
          </a:bodyPr>
          <a:lstStyle>
            <a:lvl1pPr algn="ctr">
              <a:defRPr/>
            </a:lvl1pPr>
          </a:lstStyle>
          <a:p>
            <a:r>
              <a:rPr lang="en-US"/>
              <a:t>Click icon to add picture</a:t>
            </a:r>
            <a:endParaRPr lang="de-DE"/>
          </a:p>
        </p:txBody>
      </p:sp>
      <p:sp>
        <p:nvSpPr>
          <p:cNvPr id="2" name="Datumsplatzhalter 3">
            <a:extLst>
              <a:ext uri="{FF2B5EF4-FFF2-40B4-BE49-F238E27FC236}">
                <a16:creationId xmlns:a16="http://schemas.microsoft.com/office/drawing/2014/main" id="{919828EA-3FAA-849A-6279-B0C347A9BC6D}"/>
              </a:ext>
            </a:extLst>
          </p:cNvPr>
          <p:cNvSpPr>
            <a:spLocks noGrp="1"/>
          </p:cNvSpPr>
          <p:nvPr>
            <p:ph type="dt" sz="half" idx="10"/>
          </p:nvPr>
        </p:nvSpPr>
        <p:spPr>
          <a:xfrm>
            <a:off x="838439" y="6622062"/>
            <a:ext cx="581025" cy="138499"/>
          </a:xfrm>
        </p:spPr>
        <p:txBody>
          <a:bodyPr/>
          <a:lstStyle/>
          <a:p>
            <a:fld id="{C8C48F5D-6E45-4344-BA2D-EEAED6CC687E}" type="datetimeFigureOut">
              <a:rPr lang="en-US" smtClean="0"/>
              <a:t>6/2/2026</a:t>
            </a:fld>
            <a:endParaRPr lang="en-US"/>
          </a:p>
        </p:txBody>
      </p:sp>
      <p:sp>
        <p:nvSpPr>
          <p:cNvPr id="3" name="Fußzeilenplatzhalter 4">
            <a:extLst>
              <a:ext uri="{FF2B5EF4-FFF2-40B4-BE49-F238E27FC236}">
                <a16:creationId xmlns:a16="http://schemas.microsoft.com/office/drawing/2014/main" id="{7B6BFA94-E65D-A5C2-0D7C-BD3DA07FDA32}"/>
              </a:ext>
            </a:extLst>
          </p:cNvPr>
          <p:cNvSpPr>
            <a:spLocks noGrp="1"/>
          </p:cNvSpPr>
          <p:nvPr>
            <p:ph type="ftr" sz="quarter" idx="11"/>
          </p:nvPr>
        </p:nvSpPr>
        <p:spPr>
          <a:xfrm>
            <a:off x="1524000" y="6622062"/>
            <a:ext cx="7286625" cy="138499"/>
          </a:xfrm>
        </p:spPr>
        <p:txBody>
          <a:bodyPr/>
          <a:lstStyle/>
          <a:p>
            <a:endParaRPr lang="en-US"/>
          </a:p>
        </p:txBody>
      </p:sp>
      <p:sp>
        <p:nvSpPr>
          <p:cNvPr id="4" name="Foliennummernplatzhalter 5">
            <a:extLst>
              <a:ext uri="{FF2B5EF4-FFF2-40B4-BE49-F238E27FC236}">
                <a16:creationId xmlns:a16="http://schemas.microsoft.com/office/drawing/2014/main" id="{BD69ECE7-3D60-4F90-0A6B-EB4409595E38}"/>
              </a:ext>
            </a:extLst>
          </p:cNvPr>
          <p:cNvSpPr>
            <a:spLocks noGrp="1"/>
          </p:cNvSpPr>
          <p:nvPr>
            <p:ph type="sldNum" sz="quarter" idx="12"/>
          </p:nvPr>
        </p:nvSpPr>
        <p:spPr>
          <a:xfrm>
            <a:off x="595313" y="6622062"/>
            <a:ext cx="243126" cy="138499"/>
          </a:xfrm>
        </p:spPr>
        <p:txBody>
          <a:bodyPr/>
          <a:lstStyle/>
          <a:p>
            <a:fld id="{30E702FE-2A16-41E7-B99A-1B4C89ED4BFF}" type="slidenum">
              <a:rPr lang="en-US" smtClean="0"/>
              <a:t>‹#›</a:t>
            </a:fld>
            <a:endParaRPr lang="en-US"/>
          </a:p>
        </p:txBody>
      </p:sp>
    </p:spTree>
    <p:extLst>
      <p:ext uri="{BB962C8B-B14F-4D97-AF65-F5344CB8AC3E}">
        <p14:creationId xmlns:p14="http://schemas.microsoft.com/office/powerpoint/2010/main" val="8543211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amp; 3 Pictures">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9F5F65CC-AF6B-235B-C65C-3D2688F5F3F4}"/>
              </a:ext>
            </a:extLst>
          </p:cNvPr>
          <p:cNvGraphicFramePr>
            <a:graphicFrameLocks noChangeAspect="1"/>
          </p:cNvGraphicFramePr>
          <p:nvPr>
            <p:custDataLst>
              <p:tags r:id="rId1"/>
            </p:custDataLst>
            <p:extLst>
              <p:ext uri="{D42A27DB-BD31-4B8C-83A1-F6EECF244321}">
                <p14:modId xmlns:p14="http://schemas.microsoft.com/office/powerpoint/2010/main" val="26416963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kt 7" hidden="1">
                        <a:extLst>
                          <a:ext uri="{FF2B5EF4-FFF2-40B4-BE49-F238E27FC236}">
                            <a16:creationId xmlns:a16="http://schemas.microsoft.com/office/drawing/2014/main" id="{9F5F65CC-AF6B-235B-C65C-3D2688F5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Bildplatzhalter 11">
            <a:extLst>
              <a:ext uri="{FF2B5EF4-FFF2-40B4-BE49-F238E27FC236}">
                <a16:creationId xmlns:a16="http://schemas.microsoft.com/office/drawing/2014/main" id="{487F9CFD-F38C-0F96-0E38-11E952A60A8D}"/>
              </a:ext>
            </a:extLst>
          </p:cNvPr>
          <p:cNvSpPr>
            <a:spLocks noGrp="1"/>
          </p:cNvSpPr>
          <p:nvPr>
            <p:ph type="pic" sz="quarter" idx="18"/>
          </p:nvPr>
        </p:nvSpPr>
        <p:spPr>
          <a:xfrm>
            <a:off x="5249250" y="1636713"/>
            <a:ext cx="3196249" cy="2131873"/>
          </a:xfrm>
          <a:solidFill>
            <a:schemeClr val="bg2"/>
          </a:solidFill>
        </p:spPr>
        <p:txBody>
          <a:bodyPr anchor="ctr"/>
          <a:lstStyle>
            <a:lvl1pPr algn="ctr">
              <a:defRPr/>
            </a:lvl1pPr>
          </a:lstStyle>
          <a:p>
            <a:r>
              <a:rPr lang="en-US"/>
              <a:t>Click icon to add picture</a:t>
            </a:r>
            <a:endParaRPr lang="de-DE"/>
          </a:p>
        </p:txBody>
      </p:sp>
      <p:sp>
        <p:nvSpPr>
          <p:cNvPr id="12" name="Bildplatzhalter 11">
            <a:extLst>
              <a:ext uri="{FF2B5EF4-FFF2-40B4-BE49-F238E27FC236}">
                <a16:creationId xmlns:a16="http://schemas.microsoft.com/office/drawing/2014/main" id="{25802C8F-D026-4063-2C7B-27472F0CD234}"/>
              </a:ext>
            </a:extLst>
          </p:cNvPr>
          <p:cNvSpPr>
            <a:spLocks noGrp="1"/>
          </p:cNvSpPr>
          <p:nvPr>
            <p:ph type="pic" sz="quarter" idx="17"/>
          </p:nvPr>
        </p:nvSpPr>
        <p:spPr>
          <a:xfrm>
            <a:off x="8578524" y="1636713"/>
            <a:ext cx="3613478" cy="4391930"/>
          </a:xfrm>
          <a:solidFill>
            <a:schemeClr val="bg2"/>
          </a:solidFill>
        </p:spPr>
        <p:txBody>
          <a:bodyPr anchor="ctr"/>
          <a:lstStyle>
            <a:lvl1pPr algn="ctr">
              <a:defRPr/>
            </a:lvl1pPr>
          </a:lstStyle>
          <a:p>
            <a:r>
              <a:rPr lang="en-US"/>
              <a:t>Click icon to add picture</a:t>
            </a:r>
            <a:endParaRPr lang="de-DE"/>
          </a:p>
        </p:txBody>
      </p:sp>
      <p:sp>
        <p:nvSpPr>
          <p:cNvPr id="16" name="Bildplatzhalter 11">
            <a:extLst>
              <a:ext uri="{FF2B5EF4-FFF2-40B4-BE49-F238E27FC236}">
                <a16:creationId xmlns:a16="http://schemas.microsoft.com/office/drawing/2014/main" id="{7EC2C853-C399-A450-35D0-8881D3C9F3B0}"/>
              </a:ext>
            </a:extLst>
          </p:cNvPr>
          <p:cNvSpPr>
            <a:spLocks noGrp="1"/>
          </p:cNvSpPr>
          <p:nvPr>
            <p:ph type="pic" sz="quarter" idx="19"/>
          </p:nvPr>
        </p:nvSpPr>
        <p:spPr>
          <a:xfrm>
            <a:off x="5249250" y="3895210"/>
            <a:ext cx="3196249" cy="2133433"/>
          </a:xfrm>
          <a:solidFill>
            <a:schemeClr val="bg2"/>
          </a:solidFill>
        </p:spPr>
        <p:txBody>
          <a:bodyPr anchor="ctr"/>
          <a:lstStyle>
            <a:lvl1pPr algn="ctr">
              <a:defRPr/>
            </a:lvl1pPr>
          </a:lstStyle>
          <a:p>
            <a:r>
              <a:rPr lang="en-US"/>
              <a:t>Click icon to add picture</a:t>
            </a:r>
            <a:endParaRPr lang="de-DE"/>
          </a:p>
        </p:txBody>
      </p:sp>
      <p:sp>
        <p:nvSpPr>
          <p:cNvPr id="2" name="Titel 1">
            <a:extLst>
              <a:ext uri="{FF2B5EF4-FFF2-40B4-BE49-F238E27FC236}">
                <a16:creationId xmlns:a16="http://schemas.microsoft.com/office/drawing/2014/main" id="{C5A4D08F-A95E-65AE-8F48-F1E5A5D9B025}"/>
              </a:ext>
            </a:extLst>
          </p:cNvPr>
          <p:cNvSpPr>
            <a:spLocks noGrp="1"/>
          </p:cNvSpPr>
          <p:nvPr>
            <p:ph type="title" hasCustomPrompt="1"/>
          </p:nvPr>
        </p:nvSpPr>
        <p:spPr/>
        <p:txBody>
          <a:bodyPr vert="horz"/>
          <a:lstStyle/>
          <a:p>
            <a:r>
              <a:rPr lang="en-US"/>
              <a:t>Click to edit title style</a:t>
            </a:r>
            <a:br>
              <a:rPr lang="en-US"/>
            </a:br>
            <a:r>
              <a:rPr lang="en-US"/>
              <a:t>two lines, Arial 20 pt.</a:t>
            </a:r>
            <a:endParaRPr lang="de-DE"/>
          </a:p>
        </p:txBody>
      </p:sp>
      <p:sp>
        <p:nvSpPr>
          <p:cNvPr id="3" name="Inhaltsplatzhalter 2">
            <a:extLst>
              <a:ext uri="{FF2B5EF4-FFF2-40B4-BE49-F238E27FC236}">
                <a16:creationId xmlns:a16="http://schemas.microsoft.com/office/drawing/2014/main" id="{6868DF96-4335-75D0-8219-98C523538605}"/>
              </a:ext>
            </a:extLst>
          </p:cNvPr>
          <p:cNvSpPr>
            <a:spLocks noGrp="1"/>
          </p:cNvSpPr>
          <p:nvPr>
            <p:ph idx="1" hasCustomPrompt="1"/>
          </p:nvPr>
        </p:nvSpPr>
        <p:spPr>
          <a:xfrm>
            <a:off x="595313" y="1636713"/>
            <a:ext cx="4433887" cy="4391930"/>
          </a:xfrm>
        </p:spPr>
        <p:txBody>
          <a:body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Datumsplatzhalter 3">
            <a:extLst>
              <a:ext uri="{FF2B5EF4-FFF2-40B4-BE49-F238E27FC236}">
                <a16:creationId xmlns:a16="http://schemas.microsoft.com/office/drawing/2014/main" id="{18DFB3C9-2FDE-F95B-686E-E6BEA183D548}"/>
              </a:ext>
            </a:extLst>
          </p:cNvPr>
          <p:cNvSpPr>
            <a:spLocks noGrp="1"/>
          </p:cNvSpPr>
          <p:nvPr>
            <p:ph type="dt" sz="half" idx="10"/>
          </p:nvPr>
        </p:nvSpPr>
        <p:spPr/>
        <p:txBody>
          <a:body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330EF65C-54B6-8F20-62DA-D2341CC329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BA9EA1E-AF43-8336-4BAC-1394EC73636F}"/>
              </a:ext>
            </a:extLst>
          </p:cNvPr>
          <p:cNvSpPr>
            <a:spLocks noGrp="1"/>
          </p:cNvSpPr>
          <p:nvPr>
            <p:ph type="sldNum" sz="quarter" idx="12"/>
          </p:nvPr>
        </p:nvSpPr>
        <p:spPr/>
        <p:txBody>
          <a:bodyPr/>
          <a:lstStyle/>
          <a:p>
            <a:fld id="{30E702FE-2A16-41E7-B99A-1B4C89ED4BFF}" type="slidenum">
              <a:rPr lang="en-US" smtClean="0"/>
              <a:t>‹#›</a:t>
            </a:fld>
            <a:endParaRPr lang="en-US"/>
          </a:p>
        </p:txBody>
      </p:sp>
      <p:sp>
        <p:nvSpPr>
          <p:cNvPr id="10" name="Textplatzhalter 10">
            <a:extLst>
              <a:ext uri="{FF2B5EF4-FFF2-40B4-BE49-F238E27FC236}">
                <a16:creationId xmlns:a16="http://schemas.microsoft.com/office/drawing/2014/main" id="{2853974F-1C2E-DCCD-3E2E-AAC228CBD7DC}"/>
              </a:ext>
            </a:extLst>
          </p:cNvPr>
          <p:cNvSpPr>
            <a:spLocks noGrp="1"/>
          </p:cNvSpPr>
          <p:nvPr>
            <p:ph type="body" sz="quarter" idx="14" hasCustomPrompt="1"/>
          </p:nvPr>
        </p:nvSpPr>
        <p:spPr>
          <a:xfrm>
            <a:off x="595313" y="6167142"/>
            <a:ext cx="10999787" cy="276999"/>
          </a:xfrm>
        </p:spPr>
        <p:txBody>
          <a:bodyPr vert="horz" lIns="0" tIns="0" rIns="0" bIns="0" rtlCol="0" anchor="b">
            <a:noAutofit/>
          </a:bodyPr>
          <a:lstStyle>
            <a:lvl1pPr>
              <a:defRPr lang="de-DE" sz="600" dirty="0" smtClean="0">
                <a:solidFill>
                  <a:schemeClr val="accent4"/>
                </a:solidFill>
              </a:defRPr>
            </a:lvl1pPr>
          </a:lstStyle>
          <a:p>
            <a:pPr lvl="0">
              <a:spcAft>
                <a:spcPts val="0"/>
              </a:spcAft>
            </a:pPr>
            <a:r>
              <a:rPr lang="de-DE"/>
              <a:t>Source, Arial 6 pt. </a:t>
            </a:r>
          </a:p>
        </p:txBody>
      </p:sp>
      <p:sp>
        <p:nvSpPr>
          <p:cNvPr id="11" name="Textplatzhalter 13">
            <a:extLst>
              <a:ext uri="{FF2B5EF4-FFF2-40B4-BE49-F238E27FC236}">
                <a16:creationId xmlns:a16="http://schemas.microsoft.com/office/drawing/2014/main" id="{A9037845-3AC6-0257-AB04-F71A9CB2D603}"/>
              </a:ext>
            </a:extLst>
          </p:cNvPr>
          <p:cNvSpPr>
            <a:spLocks noGrp="1"/>
          </p:cNvSpPr>
          <p:nvPr>
            <p:ph type="body" sz="quarter" idx="16" hasCustomPrompt="1"/>
          </p:nvPr>
        </p:nvSpPr>
        <p:spPr>
          <a:xfrm>
            <a:off x="595313" y="195962"/>
            <a:ext cx="10999787" cy="138499"/>
          </a:xfrm>
        </p:spPr>
        <p:txBody>
          <a:bodyPr vert="horz" lIns="0" tIns="0" rIns="0" bIns="0" rtlCol="0">
            <a:noAutofit/>
          </a:bodyPr>
          <a:lstStyle>
            <a:lvl1pPr>
              <a:spcAft>
                <a:spcPts val="0"/>
              </a:spcAft>
              <a:defRPr lang="de-DE" sz="900" b="0" smtClean="0">
                <a:solidFill>
                  <a:schemeClr val="accent1"/>
                </a:solidFill>
              </a:defRPr>
            </a:lvl1pPr>
            <a:lvl2pPr>
              <a:defRPr lang="de-DE" smtClean="0"/>
            </a:lvl2pPr>
            <a:lvl3pPr>
              <a:defRPr lang="de-DE" smtClean="0"/>
            </a:lvl3pPr>
            <a:lvl4pPr>
              <a:defRPr lang="de-DE" smtClean="0"/>
            </a:lvl4pPr>
            <a:lvl5pPr>
              <a:defRPr lang="en-US"/>
            </a:lvl5pPr>
          </a:lstStyle>
          <a:p>
            <a:pPr lvl="0">
              <a:buFont typeface="Arial" panose="020B0604020202020204" pitchFamily="34" charset="0"/>
            </a:pPr>
            <a:r>
              <a:rPr lang="de-DE"/>
              <a:t>Header, </a:t>
            </a:r>
            <a:r>
              <a:rPr lang="de-DE" err="1"/>
              <a:t>Jungle</a:t>
            </a:r>
            <a:r>
              <a:rPr lang="de-DE"/>
              <a:t> Green, 9pt. </a:t>
            </a:r>
          </a:p>
        </p:txBody>
      </p:sp>
      <p:sp>
        <p:nvSpPr>
          <p:cNvPr id="7" name="Textplatzhalter 6">
            <a:extLst>
              <a:ext uri="{FF2B5EF4-FFF2-40B4-BE49-F238E27FC236}">
                <a16:creationId xmlns:a16="http://schemas.microsoft.com/office/drawing/2014/main" id="{27488AC8-8AF7-A746-B6E9-E921FF74DD63}"/>
              </a:ext>
            </a:extLst>
          </p:cNvPr>
          <p:cNvSpPr>
            <a:spLocks noGrp="1"/>
          </p:cNvSpPr>
          <p:nvPr>
            <p:ph type="body" sz="quarter" idx="20" hasCustomPrompt="1"/>
          </p:nvPr>
        </p:nvSpPr>
        <p:spPr>
          <a:xfrm>
            <a:off x="595313" y="1193800"/>
            <a:ext cx="10999787" cy="215444"/>
          </a:xfrm>
        </p:spPr>
        <p:txBody>
          <a:bodyPr>
            <a:noAutofit/>
          </a:bodyPr>
          <a:lstStyle>
            <a:lvl1pPr>
              <a:spcAft>
                <a:spcPts val="0"/>
              </a:spcAft>
              <a:defRPr sz="1400">
                <a:solidFill>
                  <a:schemeClr val="accent1"/>
                </a:solidFill>
              </a:defRPr>
            </a:lvl1pPr>
          </a:lstStyle>
          <a:p>
            <a:pPr lvl="0"/>
            <a:r>
              <a:rPr lang="de-DE"/>
              <a:t>Subheadline</a:t>
            </a:r>
            <a:endParaRPr lang="en-US"/>
          </a:p>
        </p:txBody>
      </p:sp>
    </p:spTree>
    <p:extLst>
      <p:ext uri="{BB962C8B-B14F-4D97-AF65-F5344CB8AC3E}">
        <p14:creationId xmlns:p14="http://schemas.microsoft.com/office/powerpoint/2010/main" val="9467419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ure">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185C9CE2-E2AD-1DFF-38D9-BC5B0DB721AA}"/>
              </a:ext>
            </a:extLst>
          </p:cNvPr>
          <p:cNvGraphicFramePr>
            <a:graphicFrameLocks noChangeAspect="1"/>
          </p:cNvGraphicFramePr>
          <p:nvPr>
            <p:custDataLst>
              <p:tags r:id="rId1"/>
            </p:custDataLst>
            <p:extLst>
              <p:ext uri="{D42A27DB-BD31-4B8C-83A1-F6EECF244321}">
                <p14:modId xmlns:p14="http://schemas.microsoft.com/office/powerpoint/2010/main" val="29195677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9" name="Objekt 8" hidden="1">
                        <a:extLst>
                          <a:ext uri="{FF2B5EF4-FFF2-40B4-BE49-F238E27FC236}">
                            <a16:creationId xmlns:a16="http://schemas.microsoft.com/office/drawing/2014/main" id="{185C9CE2-E2AD-1DFF-38D9-BC5B0DB721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Rechteck 14">
            <a:extLst>
              <a:ext uri="{FF2B5EF4-FFF2-40B4-BE49-F238E27FC236}">
                <a16:creationId xmlns:a16="http://schemas.microsoft.com/office/drawing/2014/main" id="{686D5034-C9AB-04BE-59EC-989D8B623346}"/>
              </a:ext>
            </a:extLst>
          </p:cNvPr>
          <p:cNvSpPr/>
          <p:nvPr/>
        </p:nvSpPr>
        <p:spPr>
          <a:xfrm>
            <a:off x="0" y="0"/>
            <a:ext cx="12192000" cy="6858000"/>
          </a:xfrm>
          <a:prstGeom prst="rect">
            <a:avLst/>
          </a:prstGeom>
          <a:solidFill>
            <a:schemeClr val="accent1"/>
          </a:solidFill>
          <a:ln>
            <a:noFill/>
          </a:ln>
        </p:spPr>
        <p:txBody>
          <a:bodyPr vert="horz" lIns="72000" tIns="72000" rIns="72000" bIns="72000" rtlCol="0" anchor="ctr">
            <a:noAutofit/>
          </a:bodyPr>
          <a:lstStyle/>
          <a:p>
            <a:pPr algn="ctr">
              <a:spcBef>
                <a:spcPts val="600"/>
              </a:spcBef>
            </a:pPr>
            <a:endParaRPr lang="de-DE" sz="1200"/>
          </a:p>
        </p:txBody>
      </p:sp>
      <p:sp>
        <p:nvSpPr>
          <p:cNvPr id="2" name="Titel 1">
            <a:extLst>
              <a:ext uri="{FF2B5EF4-FFF2-40B4-BE49-F238E27FC236}">
                <a16:creationId xmlns:a16="http://schemas.microsoft.com/office/drawing/2014/main" id="{2FB3B340-B8DD-45A2-67B2-E100C4E1D365}"/>
              </a:ext>
            </a:extLst>
          </p:cNvPr>
          <p:cNvSpPr>
            <a:spLocks noGrp="1"/>
          </p:cNvSpPr>
          <p:nvPr>
            <p:ph type="ctrTitle" hasCustomPrompt="1"/>
          </p:nvPr>
        </p:nvSpPr>
        <p:spPr>
          <a:xfrm>
            <a:off x="595313" y="1876904"/>
            <a:ext cx="10999788" cy="677108"/>
          </a:xfrm>
        </p:spPr>
        <p:txBody>
          <a:bodyPr vert="horz" wrap="square" lIns="0" tIns="0" rIns="0" bIns="0" rtlCol="0" anchor="b">
            <a:noAutofit/>
          </a:bodyPr>
          <a:lstStyle>
            <a:lvl1pPr>
              <a:defRPr lang="de-DE" sz="4400" dirty="0">
                <a:solidFill>
                  <a:schemeClr val="bg1"/>
                </a:solidFill>
                <a:ea typeface="+mn-ea"/>
                <a:cs typeface="+mn-cs"/>
              </a:defRPr>
            </a:lvl1pPr>
          </a:lstStyle>
          <a:p>
            <a:pPr marL="0" lvl="0"/>
            <a:r>
              <a:rPr lang="en-US"/>
              <a:t>Thank you</a:t>
            </a:r>
            <a:endParaRPr lang="de-DE"/>
          </a:p>
        </p:txBody>
      </p:sp>
      <p:sp>
        <p:nvSpPr>
          <p:cNvPr id="25" name="Rechteck 24">
            <a:extLst>
              <a:ext uri="{FF2B5EF4-FFF2-40B4-BE49-F238E27FC236}">
                <a16:creationId xmlns:a16="http://schemas.microsoft.com/office/drawing/2014/main" id="{461006A0-BB2B-877A-D5DA-707391424C8D}"/>
              </a:ext>
            </a:extLst>
          </p:cNvPr>
          <p:cNvSpPr/>
          <p:nvPr/>
        </p:nvSpPr>
        <p:spPr bwMode="gray">
          <a:xfrm>
            <a:off x="595313" y="2771837"/>
            <a:ext cx="360000"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400"/>
          </a:p>
        </p:txBody>
      </p:sp>
      <p:pic>
        <p:nvPicPr>
          <p:cNvPr id="28" name="Immagine 4" descr="logo.eps">
            <a:extLst>
              <a:ext uri="{FF2B5EF4-FFF2-40B4-BE49-F238E27FC236}">
                <a16:creationId xmlns:a16="http://schemas.microsoft.com/office/drawing/2014/main" id="{3594AFB9-855D-68B6-9464-168D81D3111A}"/>
              </a:ext>
            </a:extLst>
          </p:cNvPr>
          <p:cNvPicPr>
            <a:picLocks noChangeAspect="1"/>
          </p:cNvPicPr>
          <p:nvPr/>
        </p:nvPicPr>
        <p:blipFill>
          <a:blip r:embed="rId5" cstate="screen">
            <a:biLevel thresh="25000"/>
            <a:extLst>
              <a:ext uri="{28A0092B-C50C-407E-A947-70E740481C1C}">
                <a14:useLocalDpi xmlns:a14="http://schemas.microsoft.com/office/drawing/2010/main"/>
              </a:ext>
            </a:extLst>
          </a:blip>
          <a:stretch>
            <a:fillRect/>
          </a:stretch>
        </p:blipFill>
        <p:spPr bwMode="gray">
          <a:xfrm>
            <a:off x="9282052" y="6195060"/>
            <a:ext cx="2313049" cy="257761"/>
          </a:xfrm>
          <a:prstGeom prst="rect">
            <a:avLst/>
          </a:prstGeom>
        </p:spPr>
      </p:pic>
      <p:sp>
        <p:nvSpPr>
          <p:cNvPr id="14" name="Textplatzhalter 18">
            <a:extLst>
              <a:ext uri="{FF2B5EF4-FFF2-40B4-BE49-F238E27FC236}">
                <a16:creationId xmlns:a16="http://schemas.microsoft.com/office/drawing/2014/main" id="{33A2F9E0-2501-3FFA-4B61-0E9BC4F5C9BA}"/>
              </a:ext>
            </a:extLst>
          </p:cNvPr>
          <p:cNvSpPr>
            <a:spLocks noGrp="1"/>
          </p:cNvSpPr>
          <p:nvPr>
            <p:ph type="body" sz="quarter" idx="44" hasCustomPrompt="1"/>
          </p:nvPr>
        </p:nvSpPr>
        <p:spPr>
          <a:xfrm>
            <a:off x="595313" y="3628444"/>
            <a:ext cx="6037716" cy="646331"/>
          </a:xfrm>
        </p:spPr>
        <p:txBody>
          <a:bodyPr>
            <a:noAutofit/>
          </a:bodyPr>
          <a:lstStyle>
            <a:lvl1pPr>
              <a:spcAft>
                <a:spcPts val="0"/>
              </a:spcAft>
              <a:defRPr b="0">
                <a:solidFill>
                  <a:schemeClr val="bg1"/>
                </a:solidFill>
              </a:defRPr>
            </a:lvl1pPr>
            <a:lvl5pPr>
              <a:defRPr/>
            </a:lvl5pPr>
          </a:lstStyle>
          <a:p>
            <a:pPr lvl="0"/>
            <a:r>
              <a:rPr lang="de-DE"/>
              <a:t>An der Goldgrube 12</a:t>
            </a:r>
            <a:br>
              <a:rPr lang="de-DE"/>
            </a:br>
            <a:r>
              <a:rPr lang="de-DE"/>
              <a:t>55131 Mainz</a:t>
            </a:r>
            <a:br>
              <a:rPr lang="de-DE"/>
            </a:br>
            <a:r>
              <a:rPr lang="de-DE"/>
              <a:t>Germany</a:t>
            </a:r>
          </a:p>
        </p:txBody>
      </p:sp>
      <p:sp>
        <p:nvSpPr>
          <p:cNvPr id="16" name="Textplatzhalter 18">
            <a:extLst>
              <a:ext uri="{FF2B5EF4-FFF2-40B4-BE49-F238E27FC236}">
                <a16:creationId xmlns:a16="http://schemas.microsoft.com/office/drawing/2014/main" id="{1F205135-FEF9-D5BC-41FF-398FCEB3AC2D}"/>
              </a:ext>
            </a:extLst>
          </p:cNvPr>
          <p:cNvSpPr>
            <a:spLocks noGrp="1"/>
          </p:cNvSpPr>
          <p:nvPr>
            <p:ph type="body" sz="quarter" idx="45" hasCustomPrompt="1"/>
          </p:nvPr>
        </p:nvSpPr>
        <p:spPr>
          <a:xfrm>
            <a:off x="595313" y="4430916"/>
            <a:ext cx="6037716" cy="646331"/>
          </a:xfrm>
        </p:spPr>
        <p:txBody>
          <a:bodyPr>
            <a:noAutofit/>
          </a:bodyPr>
          <a:lstStyle>
            <a:lvl1pPr>
              <a:spcAft>
                <a:spcPts val="0"/>
              </a:spcAft>
              <a:defRPr b="0">
                <a:solidFill>
                  <a:schemeClr val="bg1"/>
                </a:solidFill>
              </a:defRPr>
            </a:lvl1pPr>
            <a:lvl5pPr>
              <a:defRPr/>
            </a:lvl5pPr>
          </a:lstStyle>
          <a:p>
            <a:pPr lvl="0"/>
            <a:r>
              <a:rPr lang="de-DE"/>
              <a:t>T: +49 6131 9084-0</a:t>
            </a:r>
            <a:br>
              <a:rPr lang="de-DE"/>
            </a:br>
            <a:r>
              <a:rPr lang="de-DE"/>
              <a:t>F: +49 6131 9084-2121</a:t>
            </a:r>
            <a:br>
              <a:rPr lang="de-DE"/>
            </a:br>
            <a:r>
              <a:rPr lang="de-DE"/>
              <a:t>M: service@biontech.de</a:t>
            </a:r>
          </a:p>
        </p:txBody>
      </p:sp>
      <p:sp>
        <p:nvSpPr>
          <p:cNvPr id="17" name="Textplatzhalter 18">
            <a:extLst>
              <a:ext uri="{FF2B5EF4-FFF2-40B4-BE49-F238E27FC236}">
                <a16:creationId xmlns:a16="http://schemas.microsoft.com/office/drawing/2014/main" id="{51BBA694-B1B9-241E-8B26-F3DCAF23C24C}"/>
              </a:ext>
            </a:extLst>
          </p:cNvPr>
          <p:cNvSpPr>
            <a:spLocks noGrp="1"/>
          </p:cNvSpPr>
          <p:nvPr>
            <p:ph type="body" sz="quarter" idx="46" hasCustomPrompt="1"/>
          </p:nvPr>
        </p:nvSpPr>
        <p:spPr>
          <a:xfrm>
            <a:off x="595313" y="3256858"/>
            <a:ext cx="6037716" cy="215444"/>
          </a:xfrm>
        </p:spPr>
        <p:txBody>
          <a:bodyPr>
            <a:noAutofit/>
          </a:bodyPr>
          <a:lstStyle>
            <a:lvl1pPr>
              <a:spcAft>
                <a:spcPts val="0"/>
              </a:spcAft>
              <a:defRPr b="0">
                <a:solidFill>
                  <a:schemeClr val="bg1"/>
                </a:solidFill>
              </a:defRPr>
            </a:lvl1pPr>
            <a:lvl5pPr>
              <a:defRPr/>
            </a:lvl5pPr>
          </a:lstStyle>
          <a:p>
            <a:pPr lvl="0"/>
            <a:r>
              <a:rPr lang="de-DE"/>
              <a:t>BioNTech</a:t>
            </a:r>
          </a:p>
        </p:txBody>
      </p:sp>
    </p:spTree>
    <p:extLst>
      <p:ext uri="{BB962C8B-B14F-4D97-AF65-F5344CB8AC3E}">
        <p14:creationId xmlns:p14="http://schemas.microsoft.com/office/powerpoint/2010/main" val="312020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B607E3DE-F279-5E1F-0A87-D72F4FCDC533}"/>
              </a:ext>
            </a:extLst>
          </p:cNvPr>
          <p:cNvGraphicFramePr>
            <a:graphicFrameLocks noChangeAspect="1"/>
          </p:cNvGraphicFramePr>
          <p:nvPr>
            <p:custDataLst>
              <p:tags r:id="rId20"/>
            </p:custDataLst>
            <p:extLst>
              <p:ext uri="{D42A27DB-BD31-4B8C-83A1-F6EECF244321}">
                <p14:modId xmlns:p14="http://schemas.microsoft.com/office/powerpoint/2010/main" val="33931499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592" imgH="591" progId="TCLayout.ActiveDocument.1">
                  <p:embed/>
                </p:oleObj>
              </mc:Choice>
              <mc:Fallback>
                <p:oleObj name="think-cell Slide" r:id="rId21" imgW="592" imgH="591" progId="TCLayout.ActiveDocument.1">
                  <p:embed/>
                  <p:pic>
                    <p:nvPicPr>
                      <p:cNvPr id="8" name="Objekt 7" hidden="1">
                        <a:extLst>
                          <a:ext uri="{FF2B5EF4-FFF2-40B4-BE49-F238E27FC236}">
                            <a16:creationId xmlns:a16="http://schemas.microsoft.com/office/drawing/2014/main" id="{B607E3DE-F279-5E1F-0A87-D72F4FCDC533}"/>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6" name="Rechteck 25">
            <a:extLst>
              <a:ext uri="{FF2B5EF4-FFF2-40B4-BE49-F238E27FC236}">
                <a16:creationId xmlns:a16="http://schemas.microsoft.com/office/drawing/2014/main" id="{F2BF5E5C-CAF5-B791-7FC8-985A8E772BCC}"/>
              </a:ext>
            </a:extLst>
          </p:cNvPr>
          <p:cNvSpPr/>
          <p:nvPr/>
        </p:nvSpPr>
        <p:spPr>
          <a:xfrm>
            <a:off x="0" y="6524625"/>
            <a:ext cx="12192000" cy="333375"/>
          </a:xfrm>
          <a:prstGeom prst="rect">
            <a:avLst/>
          </a:prstGeom>
          <a:solidFill>
            <a:schemeClr val="accent1"/>
          </a:solidFill>
          <a:ln>
            <a:noFill/>
          </a:ln>
        </p:spPr>
        <p:txBody>
          <a:bodyPr vert="horz" lIns="72000" tIns="72000" rIns="72000" bIns="72000" rtlCol="0" anchor="ctr">
            <a:noAutofit/>
          </a:bodyPr>
          <a:lstStyle/>
          <a:p>
            <a:pPr algn="ctr">
              <a:spcBef>
                <a:spcPts val="600"/>
              </a:spcBef>
            </a:pPr>
            <a:endParaRPr lang="de-DE" sz="1200"/>
          </a:p>
        </p:txBody>
      </p:sp>
      <p:sp>
        <p:nvSpPr>
          <p:cNvPr id="3" name="Textplatzhalter 2">
            <a:extLst>
              <a:ext uri="{FF2B5EF4-FFF2-40B4-BE49-F238E27FC236}">
                <a16:creationId xmlns:a16="http://schemas.microsoft.com/office/drawing/2014/main" id="{C3AF492F-E891-1FC2-3F25-D55F98B68919}"/>
              </a:ext>
            </a:extLst>
          </p:cNvPr>
          <p:cNvSpPr>
            <a:spLocks noGrp="1"/>
          </p:cNvSpPr>
          <p:nvPr>
            <p:ph type="body" idx="1"/>
          </p:nvPr>
        </p:nvSpPr>
        <p:spPr>
          <a:xfrm>
            <a:off x="595313" y="1636713"/>
            <a:ext cx="10999787" cy="4391930"/>
          </a:xfrm>
          <a:prstGeom prst="rect">
            <a:avLst/>
          </a:prstGeom>
        </p:spPr>
        <p:txBody>
          <a:bodyPr vert="horz" lIns="0" tIns="0" rIns="0" bIns="0" rtlCol="0">
            <a:noAutofit/>
          </a:bodyPr>
          <a:lstStyle/>
          <a:p>
            <a:pPr lvl="0"/>
            <a:r>
              <a:rPr lang="en-US"/>
              <a:t>Topic section, Arial 14 pt.</a:t>
            </a:r>
          </a:p>
          <a:p>
            <a:pPr lvl="1"/>
            <a:r>
              <a:rPr lang="en-US"/>
              <a:t>Copy standard, Arial 12 pt. </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Titelplatzhalter 1">
            <a:extLst>
              <a:ext uri="{FF2B5EF4-FFF2-40B4-BE49-F238E27FC236}">
                <a16:creationId xmlns:a16="http://schemas.microsoft.com/office/drawing/2014/main" id="{A0A3AE47-140F-0A51-8397-148CDC97B81F}"/>
              </a:ext>
            </a:extLst>
          </p:cNvPr>
          <p:cNvSpPr>
            <a:spLocks noGrp="1"/>
          </p:cNvSpPr>
          <p:nvPr>
            <p:ph type="title"/>
          </p:nvPr>
        </p:nvSpPr>
        <p:spPr>
          <a:xfrm>
            <a:off x="595313" y="385732"/>
            <a:ext cx="10999787" cy="615553"/>
          </a:xfrm>
          <a:prstGeom prst="rect">
            <a:avLst/>
          </a:prstGeom>
        </p:spPr>
        <p:txBody>
          <a:bodyPr vert="horz" lIns="0" tIns="0" rIns="0" bIns="0" rtlCol="0" anchor="b">
            <a:noAutofit/>
          </a:bodyPr>
          <a:lstStyle/>
          <a:p>
            <a:r>
              <a:rPr lang="en-US"/>
              <a:t>Click to edit title style</a:t>
            </a:r>
            <a:br>
              <a:rPr lang="en-US"/>
            </a:br>
            <a:r>
              <a:rPr lang="en-US"/>
              <a:t>two lines, Arial 20 pt.</a:t>
            </a:r>
            <a:endParaRPr lang="de-DE"/>
          </a:p>
        </p:txBody>
      </p:sp>
      <p:pic>
        <p:nvPicPr>
          <p:cNvPr id="27" name="Immagine 4" descr="logo.eps">
            <a:extLst>
              <a:ext uri="{FF2B5EF4-FFF2-40B4-BE49-F238E27FC236}">
                <a16:creationId xmlns:a16="http://schemas.microsoft.com/office/drawing/2014/main" id="{6B6BE0B4-FB6D-3DC9-553F-1D1818D7C807}"/>
              </a:ext>
            </a:extLst>
          </p:cNvPr>
          <p:cNvPicPr>
            <a:picLocks noChangeAspect="1"/>
          </p:cNvPicPr>
          <p:nvPr/>
        </p:nvPicPr>
        <p:blipFill>
          <a:blip r:embed="rId23" cstate="screen">
            <a:biLevel thresh="25000"/>
            <a:extLst>
              <a:ext uri="{28A0092B-C50C-407E-A947-70E740481C1C}">
                <a14:useLocalDpi xmlns:a14="http://schemas.microsoft.com/office/drawing/2010/main"/>
              </a:ext>
            </a:extLst>
          </a:blip>
          <a:stretch>
            <a:fillRect/>
          </a:stretch>
        </p:blipFill>
        <p:spPr bwMode="gray">
          <a:xfrm>
            <a:off x="10336650" y="6621192"/>
            <a:ext cx="1258451" cy="140239"/>
          </a:xfrm>
          <a:prstGeom prst="rect">
            <a:avLst/>
          </a:prstGeom>
        </p:spPr>
      </p:pic>
      <p:sp>
        <p:nvSpPr>
          <p:cNvPr id="6" name="Foliennummernplatzhalter 5">
            <a:extLst>
              <a:ext uri="{FF2B5EF4-FFF2-40B4-BE49-F238E27FC236}">
                <a16:creationId xmlns:a16="http://schemas.microsoft.com/office/drawing/2014/main" id="{B5712155-57E8-1650-D851-E4D4DE300A24}"/>
              </a:ext>
            </a:extLst>
          </p:cNvPr>
          <p:cNvSpPr>
            <a:spLocks noGrp="1"/>
          </p:cNvSpPr>
          <p:nvPr>
            <p:ph type="sldNum" sz="quarter" idx="4"/>
          </p:nvPr>
        </p:nvSpPr>
        <p:spPr>
          <a:xfrm>
            <a:off x="595313" y="6622062"/>
            <a:ext cx="243126" cy="138499"/>
          </a:xfrm>
          <a:prstGeom prst="rect">
            <a:avLst/>
          </a:prstGeom>
        </p:spPr>
        <p:txBody>
          <a:bodyPr vert="horz" lIns="0" tIns="0" rIns="0" bIns="0" rtlCol="0" anchor="ctr">
            <a:noAutofit/>
          </a:bodyPr>
          <a:lstStyle>
            <a:lvl1pPr>
              <a:defRPr lang="de-DE" sz="800" smtClean="0">
                <a:solidFill>
                  <a:schemeClr val="bg1"/>
                </a:solidFill>
              </a:defRPr>
            </a:lvl1pPr>
          </a:lstStyle>
          <a:p>
            <a:fld id="{30E702FE-2A16-41E7-B99A-1B4C89ED4BFF}" type="slidenum">
              <a:rPr lang="en-US" smtClean="0"/>
              <a:t>‹#›</a:t>
            </a:fld>
            <a:endParaRPr lang="en-US"/>
          </a:p>
        </p:txBody>
      </p:sp>
      <p:sp>
        <p:nvSpPr>
          <p:cNvPr id="4" name="Datumsplatzhalter 3">
            <a:extLst>
              <a:ext uri="{FF2B5EF4-FFF2-40B4-BE49-F238E27FC236}">
                <a16:creationId xmlns:a16="http://schemas.microsoft.com/office/drawing/2014/main" id="{1B2D2DAC-3B88-7BD0-FB0B-680D7021E124}"/>
              </a:ext>
            </a:extLst>
          </p:cNvPr>
          <p:cNvSpPr>
            <a:spLocks noGrp="1"/>
          </p:cNvSpPr>
          <p:nvPr>
            <p:ph type="dt" sz="half" idx="2"/>
          </p:nvPr>
        </p:nvSpPr>
        <p:spPr>
          <a:xfrm>
            <a:off x="838439" y="6622062"/>
            <a:ext cx="581025" cy="138499"/>
          </a:xfrm>
          <a:prstGeom prst="rect">
            <a:avLst/>
          </a:prstGeom>
        </p:spPr>
        <p:txBody>
          <a:bodyPr vert="horz" lIns="0" tIns="0" rIns="0" bIns="0" rtlCol="0" anchor="ctr">
            <a:noAutofit/>
          </a:bodyPr>
          <a:lstStyle>
            <a:lvl1pPr algn="l">
              <a:defRPr lang="de-DE" sz="800" smtClean="0">
                <a:solidFill>
                  <a:schemeClr val="bg1"/>
                </a:solidFill>
              </a:defRPr>
            </a:lvl1pPr>
          </a:lstStyle>
          <a:p>
            <a:fld id="{C8C48F5D-6E45-4344-BA2D-EEAED6CC687E}" type="datetimeFigureOut">
              <a:rPr lang="en-US" smtClean="0"/>
              <a:t>6/2/2026</a:t>
            </a:fld>
            <a:endParaRPr lang="en-US"/>
          </a:p>
        </p:txBody>
      </p:sp>
      <p:sp>
        <p:nvSpPr>
          <p:cNvPr id="5" name="Fußzeilenplatzhalter 4">
            <a:extLst>
              <a:ext uri="{FF2B5EF4-FFF2-40B4-BE49-F238E27FC236}">
                <a16:creationId xmlns:a16="http://schemas.microsoft.com/office/drawing/2014/main" id="{4E764F0B-A60B-07FE-9B87-E4FB38134E4A}"/>
              </a:ext>
            </a:extLst>
          </p:cNvPr>
          <p:cNvSpPr>
            <a:spLocks noGrp="1"/>
          </p:cNvSpPr>
          <p:nvPr>
            <p:ph type="ftr" sz="quarter" idx="3"/>
          </p:nvPr>
        </p:nvSpPr>
        <p:spPr>
          <a:xfrm>
            <a:off x="1524000" y="6622062"/>
            <a:ext cx="7286625" cy="138499"/>
          </a:xfrm>
          <a:prstGeom prst="rect">
            <a:avLst/>
          </a:prstGeom>
        </p:spPr>
        <p:txBody>
          <a:bodyPr vert="horz" lIns="0" tIns="0" rIns="0" bIns="0" rtlCol="0" anchor="ctr">
            <a:noAutofit/>
          </a:bodyPr>
          <a:lstStyle>
            <a:lvl1pPr>
              <a:defRPr lang="de-DE" sz="800" smtClean="0">
                <a:solidFill>
                  <a:schemeClr val="bg1"/>
                </a:solidFill>
              </a:defRPr>
            </a:lvl1pPr>
          </a:lstStyle>
          <a:p>
            <a:endParaRPr lang="en-US"/>
          </a:p>
        </p:txBody>
      </p:sp>
      <p:sp>
        <p:nvSpPr>
          <p:cNvPr id="31" name="Textfeld 30">
            <a:extLst>
              <a:ext uri="{FF2B5EF4-FFF2-40B4-BE49-F238E27FC236}">
                <a16:creationId xmlns:a16="http://schemas.microsoft.com/office/drawing/2014/main" id="{B88BB994-4005-C00E-02D1-D61881B240D6}"/>
              </a:ext>
            </a:extLst>
          </p:cNvPr>
          <p:cNvSpPr txBox="1"/>
          <p:nvPr/>
        </p:nvSpPr>
        <p:spPr>
          <a:xfrm>
            <a:off x="8951912" y="6637451"/>
            <a:ext cx="928687" cy="107722"/>
          </a:xfrm>
          <a:prstGeom prst="rect">
            <a:avLst/>
          </a:prstGeom>
        </p:spPr>
        <p:txBody>
          <a:bodyPr vert="horz" lIns="0" tIns="0" rIns="0" bIns="0" rtlCol="0" anchor="ctr">
            <a:noAutofit/>
          </a:bodyPr>
          <a:lstStyle>
            <a:defPPr>
              <a:defRPr lang="de-DE"/>
            </a:defPPr>
            <a:lvl1pPr>
              <a:defRPr sz="900">
                <a:solidFill>
                  <a:schemeClr val="accent5"/>
                </a:solidFill>
              </a:defRPr>
            </a:lvl1pPr>
          </a:lstStyle>
          <a:p>
            <a:pPr lvl="0" algn="r"/>
            <a:r>
              <a:rPr lang="en-US" sz="600" i="1">
                <a:solidFill>
                  <a:schemeClr val="bg1"/>
                </a:solidFill>
                <a:latin typeface="+mn-lt"/>
              </a:rPr>
              <a:t>Confidential</a:t>
            </a:r>
          </a:p>
        </p:txBody>
      </p:sp>
      <p:sp>
        <p:nvSpPr>
          <p:cNvPr id="41" name="Rechteck 40">
            <a:extLst>
              <a:ext uri="{FF2B5EF4-FFF2-40B4-BE49-F238E27FC236}">
                <a16:creationId xmlns:a16="http://schemas.microsoft.com/office/drawing/2014/main" id="{723ABB91-AB05-CAB3-8323-6B89AD4D7691}"/>
              </a:ext>
            </a:extLst>
          </p:cNvPr>
          <p:cNvSpPr/>
          <p:nvPr/>
        </p:nvSpPr>
        <p:spPr bwMode="gray">
          <a:xfrm>
            <a:off x="595313" y="1095193"/>
            <a:ext cx="360000"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400"/>
          </a:p>
        </p:txBody>
      </p:sp>
    </p:spTree>
    <p:extLst>
      <p:ext uri="{BB962C8B-B14F-4D97-AF65-F5344CB8AC3E}">
        <p14:creationId xmlns:p14="http://schemas.microsoft.com/office/powerpoint/2010/main" val="4214584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100000"/>
        </a:lnSpc>
        <a:spcBef>
          <a:spcPts val="0"/>
        </a:spcBef>
        <a:buNone/>
        <a:defRPr sz="20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4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00000"/>
        </a:lnSpc>
        <a:spcBef>
          <a:spcPts val="0"/>
        </a:spcBef>
        <a:spcAft>
          <a:spcPts val="600"/>
        </a:spcAft>
        <a:buFont typeface="Symbol" panose="05050102010706020507" pitchFamily="18" charset="2"/>
        <a:buChar char="-"/>
        <a:defRPr sz="1200" kern="1200">
          <a:solidFill>
            <a:schemeClr val="tx1"/>
          </a:solidFill>
          <a:latin typeface="+mn-lt"/>
          <a:ea typeface="+mn-ea"/>
          <a:cs typeface="+mn-cs"/>
        </a:defRPr>
      </a:lvl4pPr>
      <a:lvl5pPr marL="533400" indent="-1778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723900" indent="-190500" algn="l" defTabSz="914400" rtl="0" eaLnBrk="1" latinLnBrk="0" hangingPunct="1">
        <a:lnSpc>
          <a:spcPct val="100000"/>
        </a:lnSpc>
        <a:spcBef>
          <a:spcPts val="0"/>
        </a:spcBef>
        <a:spcAft>
          <a:spcPts val="600"/>
        </a:spcAft>
        <a:buFont typeface="Symbol" panose="05050102010706020507" pitchFamily="18" charset="2"/>
        <a:buChar char="-"/>
        <a:defRPr sz="1200" kern="1200">
          <a:solidFill>
            <a:schemeClr val="tx1"/>
          </a:solidFill>
          <a:latin typeface="+mn-lt"/>
          <a:ea typeface="+mn-ea"/>
          <a:cs typeface="+mn-cs"/>
        </a:defRPr>
      </a:lvl6pPr>
      <a:lvl7pPr marL="901700" indent="-1778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1079500" indent="-177800" algn="l" defTabSz="914400" rtl="0" eaLnBrk="1" latinLnBrk="0" hangingPunct="1">
        <a:lnSpc>
          <a:spcPct val="100000"/>
        </a:lnSpc>
        <a:spcBef>
          <a:spcPts val="0"/>
        </a:spcBef>
        <a:spcAft>
          <a:spcPts val="600"/>
        </a:spcAft>
        <a:buFont typeface="Symbol" panose="05050102010706020507" pitchFamily="18" charset="2"/>
        <a:buChar char="-"/>
        <a:defRPr sz="1200" kern="1200">
          <a:solidFill>
            <a:schemeClr val="tx1"/>
          </a:solidFill>
          <a:latin typeface="+mn-lt"/>
          <a:ea typeface="+mn-ea"/>
          <a:cs typeface="+mn-cs"/>
        </a:defRPr>
      </a:lvl8pPr>
      <a:lvl9pPr marL="1257300" indent="-1778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26">
          <p15:clr>
            <a:srgbClr val="F26B43"/>
          </p15:clr>
        </p15:guide>
        <p15:guide id="2" pos="370">
          <p15:clr>
            <a:srgbClr val="F26B43"/>
          </p15:clr>
        </p15:guide>
        <p15:guide id="3" pos="7310">
          <p15:clr>
            <a:srgbClr val="F26B43"/>
          </p15:clr>
        </p15:guide>
        <p15:guide id="4" orient="horz" pos="3800">
          <p15:clr>
            <a:srgbClr val="F26B43"/>
          </p15:clr>
        </p15:guide>
        <p15:guide id="5" pos="3840">
          <p15:clr>
            <a:srgbClr val="C35EA4"/>
          </p15:clr>
        </p15:guide>
        <p15:guide id="6" orient="horz" pos="241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mc.ncbi.nlm.nih.gov/articles/PMC4070270/"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C_3174E5F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7_41DC218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accessdata.fda.gov/drugsatfda_docs/nda/2019/761125Orig1s000ClinPharmR.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biontechglobal.sharepoint.com/sites/DDI/SitePages/Biolytics%20Analytical%20Services.aspx" TargetMode="External"/><Relationship Id="rId2" Type="http://schemas.microsoft.com/office/2018/10/relationships/comments" Target="../comments/modernComment_119_9515AB9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accessdata.fda.gov/drugsatfda_docs/nda/2025/761384Orig1s000MultidisciplineR.pd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microsoft.com/office/2018/10/relationships/comments" Target="../comments/modernComment_105_8290AF6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microsoft.com/office/2018/10/relationships/comments" Target="../comments/modernComment_10E_E7052C2E.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microsoft.com/office/2018/10/relationships/comments" Target="../comments/modernComment_13A_D971BB6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accessdata.fda.gov/drugsatfda_docs/label/2024/761416s000lbl.pdf"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accessdata.fda.gov/drugsatfda_docs/label/2024/761315s000lbl.pdf"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accessdata.fda.gov/drugsatfda_docs/label/2023/761297s000lbl.pdf"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550E49C-8F0E-D794-5C29-FE48D6E59396}"/>
              </a:ext>
            </a:extLst>
          </p:cNvPr>
          <p:cNvSpPr>
            <a:spLocks noGrp="1"/>
          </p:cNvSpPr>
          <p:nvPr>
            <p:ph type="subTitle" idx="1"/>
          </p:nvPr>
        </p:nvSpPr>
        <p:spPr/>
        <p:txBody>
          <a:bodyPr/>
          <a:lstStyle/>
          <a:p>
            <a:r>
              <a:rPr lang="en-US"/>
              <a:t>Shuang Liang, </a:t>
            </a:r>
            <a:r>
              <a:rPr lang="de-DE"/>
              <a:t>Jenn Schneider, Frank Engler, Wenyu Liu, Shu-Pei Wu, Philip Chang, Michelle Li</a:t>
            </a:r>
            <a:endParaRPr lang="en-US"/>
          </a:p>
        </p:txBody>
      </p:sp>
      <p:sp>
        <p:nvSpPr>
          <p:cNvPr id="2" name="Title 1">
            <a:extLst>
              <a:ext uri="{FF2B5EF4-FFF2-40B4-BE49-F238E27FC236}">
                <a16:creationId xmlns:a16="http://schemas.microsoft.com/office/drawing/2014/main" id="{DB337D33-13A3-B1B5-D0F9-AACE797DB142}"/>
              </a:ext>
            </a:extLst>
          </p:cNvPr>
          <p:cNvSpPr>
            <a:spLocks noGrp="1"/>
          </p:cNvSpPr>
          <p:nvPr>
            <p:ph type="ctrTitle"/>
          </p:nvPr>
        </p:nvSpPr>
        <p:spPr/>
        <p:txBody>
          <a:bodyPr/>
          <a:lstStyle/>
          <a:p>
            <a:r>
              <a:rPr lang="en-US"/>
              <a:t>Immunogenicity Analysis</a:t>
            </a:r>
          </a:p>
        </p:txBody>
      </p:sp>
    </p:spTree>
    <p:extLst>
      <p:ext uri="{BB962C8B-B14F-4D97-AF65-F5344CB8AC3E}">
        <p14:creationId xmlns:p14="http://schemas.microsoft.com/office/powerpoint/2010/main" val="1664400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8CE1E-922D-6E6E-DE99-F0BCA8391C85}"/>
              </a:ext>
            </a:extLst>
          </p:cNvPr>
          <p:cNvSpPr>
            <a:spLocks noGrp="1"/>
          </p:cNvSpPr>
          <p:nvPr>
            <p:ph type="title"/>
          </p:nvPr>
        </p:nvSpPr>
        <p:spPr/>
        <p:txBody>
          <a:bodyPr/>
          <a:lstStyle/>
          <a:p>
            <a:r>
              <a:rPr lang="en-US"/>
              <a:t>Background </a:t>
            </a:r>
          </a:p>
        </p:txBody>
      </p:sp>
      <p:sp>
        <p:nvSpPr>
          <p:cNvPr id="3" name="Table Placeholder 2">
            <a:extLst>
              <a:ext uri="{FF2B5EF4-FFF2-40B4-BE49-F238E27FC236}">
                <a16:creationId xmlns:a16="http://schemas.microsoft.com/office/drawing/2014/main" id="{84C5294F-3477-A851-9E94-F87B77C6C1A9}"/>
              </a:ext>
            </a:extLst>
          </p:cNvPr>
          <p:cNvSpPr>
            <a:spLocks noGrp="1"/>
          </p:cNvSpPr>
          <p:nvPr>
            <p:ph type="tbl" sz="quarter" idx="17"/>
          </p:nvPr>
        </p:nvSpPr>
        <p:spPr/>
        <p:txBody>
          <a:bodyPr/>
          <a:lstStyle/>
          <a:p>
            <a:pPr marL="285750" indent="-285750">
              <a:buFont typeface="Arial" panose="020B0604020202020204" pitchFamily="34" charset="0"/>
              <a:buChar char="•"/>
            </a:pPr>
            <a:r>
              <a:rPr lang="en-US" sz="1600"/>
              <a:t>Anti-Drug Antibodies (ADA) are antibodies formed in response to therapeutic proteins and peptides </a:t>
            </a:r>
          </a:p>
          <a:p>
            <a:pPr marL="285750" indent="-285750">
              <a:buFont typeface="Arial" panose="020B0604020202020204" pitchFamily="34" charset="0"/>
              <a:buChar char="•"/>
            </a:pPr>
            <a:r>
              <a:rPr lang="en-US" sz="1600"/>
              <a:t>ADA may impact PK, safety and efficacy</a:t>
            </a:r>
          </a:p>
          <a:p>
            <a:pPr marL="463550" lvl="2" indent="-285750"/>
            <a:r>
              <a:rPr lang="en-US" sz="1400"/>
              <a:t>PK: ADA binding may increase or decrease the CL </a:t>
            </a:r>
          </a:p>
          <a:p>
            <a:pPr marL="463550" lvl="2" indent="-285750"/>
            <a:r>
              <a:rPr lang="en-US" sz="1400"/>
              <a:t>Safety: infusion reactions, anaphylaxis, cytokine release syndrome, cross-reactivity to endogenous proteins, and other non-acute reactions</a:t>
            </a:r>
          </a:p>
          <a:p>
            <a:pPr marL="463550" lvl="2" indent="-285750"/>
            <a:r>
              <a:rPr lang="en-US" sz="1400"/>
              <a:t>Efficacy: loss of efficacy due to interfering with target binding (neutralizing ADA) or altered PK</a:t>
            </a:r>
          </a:p>
          <a:p>
            <a:pPr marL="285750" indent="-285750">
              <a:buFont typeface="Arial" panose="020B0604020202020204" pitchFamily="34" charset="0"/>
              <a:buChar char="•"/>
            </a:pPr>
            <a:r>
              <a:rPr lang="en-US" sz="1600"/>
              <a:t>FDA recommend evaluating clinical relevance of immunogenicity during the clinical development and post-marketing monitoring (if applicable)</a:t>
            </a:r>
          </a:p>
          <a:p>
            <a:pPr marL="463550" lvl="2" indent="-285750"/>
            <a:r>
              <a:rPr lang="en-US" sz="1400"/>
              <a:t>FDA guidance for evaluating and mitigating immunogenicity risk—</a:t>
            </a:r>
            <a:r>
              <a:rPr lang="en-US" sz="1400" i="1"/>
              <a:t>Immunogenicity Assessment for Therapeutic Protein Products, </a:t>
            </a:r>
            <a:r>
              <a:rPr lang="en-US" sz="1400"/>
              <a:t>2014</a:t>
            </a:r>
          </a:p>
          <a:p>
            <a:pPr marL="463550" lvl="2" indent="-285750"/>
            <a:r>
              <a:rPr lang="en-US" sz="1400"/>
              <a:t>FDA guidance for ADA bioanalysis</a:t>
            </a:r>
            <a:r>
              <a:rPr lang="en-US" sz="1400" i="1"/>
              <a:t>—Immunogenicity Testing of Therapeutic Protein Products </a:t>
            </a:r>
          </a:p>
          <a:p>
            <a:pPr marL="285750" indent="-285750">
              <a:buFont typeface="Arial" panose="020B0604020202020204" pitchFamily="34" charset="0"/>
              <a:buChar char="•"/>
            </a:pPr>
            <a:r>
              <a:rPr lang="en-US" sz="1600"/>
              <a:t>Integrated summary of immunogenicity </a:t>
            </a:r>
          </a:p>
          <a:p>
            <a:pPr marL="463550" lvl="2" indent="-285750"/>
            <a:r>
              <a:rPr lang="en-US" sz="1400"/>
              <a:t>A living document throughout clinical development and life-cycle management of a medicinal product </a:t>
            </a:r>
          </a:p>
          <a:p>
            <a:pPr marL="463550" lvl="2" indent="-285750"/>
            <a:r>
              <a:rPr lang="en-US" sz="1400"/>
              <a:t>Central place for immunogenicity assessment in BLA submission (optional)</a:t>
            </a:r>
          </a:p>
          <a:p>
            <a:pPr marL="285750" indent="-285750">
              <a:buFont typeface="Arial" panose="020B0604020202020204" pitchFamily="34" charset="0"/>
              <a:buChar char="•"/>
            </a:pPr>
            <a:r>
              <a:rPr lang="en-US" sz="1600"/>
              <a:t>Immunogenicity information summarized in 12.6 of USPI</a:t>
            </a:r>
          </a:p>
          <a:p>
            <a:pPr marL="463550" lvl="2" indent="-285750"/>
            <a:r>
              <a:rPr lang="en-US" sz="1400"/>
              <a:t>FDA 2022 draft guidance </a:t>
            </a:r>
            <a:r>
              <a:rPr lang="en-US" sz="1400" i="1"/>
              <a:t>Immunogenicity Information in Human Prescription Therapeutic Protein and Select Drug Product Labeling</a:t>
            </a:r>
          </a:p>
        </p:txBody>
      </p:sp>
    </p:spTree>
    <p:extLst>
      <p:ext uri="{BB962C8B-B14F-4D97-AF65-F5344CB8AC3E}">
        <p14:creationId xmlns:p14="http://schemas.microsoft.com/office/powerpoint/2010/main" val="127652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8D23-066F-8073-8F79-EFA3CA63DD6B}"/>
              </a:ext>
            </a:extLst>
          </p:cNvPr>
          <p:cNvSpPr>
            <a:spLocks noGrp="1"/>
          </p:cNvSpPr>
          <p:nvPr>
            <p:ph type="title"/>
          </p:nvPr>
        </p:nvSpPr>
        <p:spPr/>
        <p:txBody>
          <a:bodyPr/>
          <a:lstStyle/>
          <a:p>
            <a:r>
              <a:rPr lang="en-US"/>
              <a:t>ADA Bioanalysis—Tiered ADA Testing Approach</a:t>
            </a:r>
          </a:p>
        </p:txBody>
      </p:sp>
      <p:pic>
        <p:nvPicPr>
          <p:cNvPr id="7" name="Picture 6">
            <a:extLst>
              <a:ext uri="{FF2B5EF4-FFF2-40B4-BE49-F238E27FC236}">
                <a16:creationId xmlns:a16="http://schemas.microsoft.com/office/drawing/2014/main" id="{293EF1BC-8F46-A514-DF74-11C78C388F49}"/>
              </a:ext>
            </a:extLst>
          </p:cNvPr>
          <p:cNvPicPr>
            <a:picLocks noChangeAspect="1"/>
          </p:cNvPicPr>
          <p:nvPr/>
        </p:nvPicPr>
        <p:blipFill>
          <a:blip r:embed="rId2"/>
          <a:srcRect l="4901" t="3067" r="2497" b="2620"/>
          <a:stretch/>
        </p:blipFill>
        <p:spPr>
          <a:xfrm>
            <a:off x="6255258" y="222636"/>
            <a:ext cx="5856676" cy="6249632"/>
          </a:xfrm>
          <a:prstGeom prst="rect">
            <a:avLst/>
          </a:prstGeom>
        </p:spPr>
      </p:pic>
      <p:pic>
        <p:nvPicPr>
          <p:cNvPr id="9" name="Picture 8">
            <a:extLst>
              <a:ext uri="{FF2B5EF4-FFF2-40B4-BE49-F238E27FC236}">
                <a16:creationId xmlns:a16="http://schemas.microsoft.com/office/drawing/2014/main" id="{D8AD0BA5-5CCC-7D68-47D8-4A91399EC33C}"/>
              </a:ext>
            </a:extLst>
          </p:cNvPr>
          <p:cNvPicPr>
            <a:picLocks noChangeAspect="1"/>
          </p:cNvPicPr>
          <p:nvPr/>
        </p:nvPicPr>
        <p:blipFill>
          <a:blip r:embed="rId3"/>
          <a:stretch>
            <a:fillRect/>
          </a:stretch>
        </p:blipFill>
        <p:spPr>
          <a:xfrm>
            <a:off x="985456" y="1193878"/>
            <a:ext cx="4010840" cy="5446158"/>
          </a:xfrm>
          <a:prstGeom prst="rect">
            <a:avLst/>
          </a:prstGeom>
        </p:spPr>
      </p:pic>
      <p:graphicFrame>
        <p:nvGraphicFramePr>
          <p:cNvPr id="16" name="Table Placeholder 3">
            <a:extLst>
              <a:ext uri="{FF2B5EF4-FFF2-40B4-BE49-F238E27FC236}">
                <a16:creationId xmlns:a16="http://schemas.microsoft.com/office/drawing/2014/main" id="{9D8C1655-1307-CF5F-3C8E-550315E1E92F}"/>
              </a:ext>
            </a:extLst>
          </p:cNvPr>
          <p:cNvGraphicFramePr>
            <a:graphicFrameLocks/>
          </p:cNvGraphicFramePr>
          <p:nvPr>
            <p:extLst>
              <p:ext uri="{D42A27DB-BD31-4B8C-83A1-F6EECF244321}">
                <p14:modId xmlns:p14="http://schemas.microsoft.com/office/powerpoint/2010/main" val="2836110728"/>
              </p:ext>
            </p:extLst>
          </p:nvPr>
        </p:nvGraphicFramePr>
        <p:xfrm>
          <a:off x="236497" y="4698222"/>
          <a:ext cx="6196244" cy="1993965"/>
        </p:xfrm>
        <a:graphic>
          <a:graphicData uri="http://schemas.openxmlformats.org/drawingml/2006/table">
            <a:tbl>
              <a:tblPr firstRow="1" firstCol="1" bandRow="1"/>
              <a:tblGrid>
                <a:gridCol w="822960">
                  <a:extLst>
                    <a:ext uri="{9D8B030D-6E8A-4147-A177-3AD203B41FA5}">
                      <a16:colId xmlns:a16="http://schemas.microsoft.com/office/drawing/2014/main" val="2502763144"/>
                    </a:ext>
                  </a:extLst>
                </a:gridCol>
                <a:gridCol w="914400">
                  <a:extLst>
                    <a:ext uri="{9D8B030D-6E8A-4147-A177-3AD203B41FA5}">
                      <a16:colId xmlns:a16="http://schemas.microsoft.com/office/drawing/2014/main" val="353887083"/>
                    </a:ext>
                  </a:extLst>
                </a:gridCol>
                <a:gridCol w="914400">
                  <a:extLst>
                    <a:ext uri="{9D8B030D-6E8A-4147-A177-3AD203B41FA5}">
                      <a16:colId xmlns:a16="http://schemas.microsoft.com/office/drawing/2014/main" val="264006418"/>
                    </a:ext>
                  </a:extLst>
                </a:gridCol>
                <a:gridCol w="1005840">
                  <a:extLst>
                    <a:ext uri="{9D8B030D-6E8A-4147-A177-3AD203B41FA5}">
                      <a16:colId xmlns:a16="http://schemas.microsoft.com/office/drawing/2014/main" val="332455877"/>
                    </a:ext>
                  </a:extLst>
                </a:gridCol>
                <a:gridCol w="1097280">
                  <a:extLst>
                    <a:ext uri="{9D8B030D-6E8A-4147-A177-3AD203B41FA5}">
                      <a16:colId xmlns:a16="http://schemas.microsoft.com/office/drawing/2014/main" val="4187462827"/>
                    </a:ext>
                  </a:extLst>
                </a:gridCol>
                <a:gridCol w="640606">
                  <a:extLst>
                    <a:ext uri="{9D8B030D-6E8A-4147-A177-3AD203B41FA5}">
                      <a16:colId xmlns:a16="http://schemas.microsoft.com/office/drawing/2014/main" val="1489616307"/>
                    </a:ext>
                  </a:extLst>
                </a:gridCol>
                <a:gridCol w="800758">
                  <a:extLst>
                    <a:ext uri="{9D8B030D-6E8A-4147-A177-3AD203B41FA5}">
                      <a16:colId xmlns:a16="http://schemas.microsoft.com/office/drawing/2014/main" val="1289714895"/>
                    </a:ext>
                  </a:extLst>
                </a:gridCol>
              </a:tblGrid>
              <a:tr h="137269">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Subject ID</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Sample ID</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Collection Time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Screening Assay</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Confirmatory Assay</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Titer</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err="1">
                          <a:effectLst/>
                          <a:latin typeface="Calibri" panose="020F0502020204030204" pitchFamily="34" charset="0"/>
                          <a:ea typeface="Calibri" panose="020F0502020204030204" pitchFamily="34" charset="0"/>
                          <a:cs typeface="Times New Roman" panose="02020603050405020304" pitchFamily="18" charset="0"/>
                        </a:rPr>
                        <a:t>NAb</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96337490"/>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55552930</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C1D1</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Negative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56976527"/>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55552931</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C1D8</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(Potential) Positive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400" kern="100">
                          <a:effectLst/>
                          <a:latin typeface="Calibri" panose="020F0502020204030204" pitchFamily="34" charset="0"/>
                          <a:ea typeface="Calibri" panose="020F0502020204030204" pitchFamily="34" charset="0"/>
                          <a:cs typeface="Times New Roman" panose="02020603050405020304" pitchFamily="18" charset="0"/>
                        </a:rPr>
                        <a:t>Negative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23955779"/>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55552932</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C2D1</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400" kern="100">
                          <a:effectLst/>
                          <a:latin typeface="Calibri" panose="020F0502020204030204" pitchFamily="34" charset="0"/>
                          <a:ea typeface="Calibri" panose="020F0502020204030204" pitchFamily="34" charset="0"/>
                          <a:cs typeface="Times New Roman" panose="02020603050405020304" pitchFamily="18" charset="0"/>
                        </a:rPr>
                        <a:t>(Potential) Positive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400" kern="100">
                          <a:effectLst/>
                          <a:latin typeface="Calibri" panose="020F0502020204030204" pitchFamily="34" charset="0"/>
                          <a:ea typeface="Calibri" panose="020F0502020204030204" pitchFamily="34" charset="0"/>
                          <a:cs typeface="Times New Roman" panose="02020603050405020304" pitchFamily="18" charset="0"/>
                        </a:rPr>
                        <a:t>Positive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400" kern="100">
                          <a:effectLst/>
                          <a:latin typeface="Calibri" panose="020F0502020204030204" pitchFamily="34" charset="0"/>
                          <a:ea typeface="Calibri" panose="020F0502020204030204" pitchFamily="34" charset="0"/>
                          <a:cs typeface="Times New Roman" panose="02020603050405020304" pitchFamily="18" charset="0"/>
                        </a:rPr>
                        <a:t>320</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400" kern="100">
                          <a:effectLst/>
                          <a:latin typeface="Calibri" panose="020F0502020204030204" pitchFamily="34" charset="0"/>
                          <a:ea typeface="Calibri" panose="020F0502020204030204" pitchFamily="34" charset="0"/>
                          <a:cs typeface="Times New Roman" panose="02020603050405020304" pitchFamily="18" charset="0"/>
                        </a:rPr>
                        <a:t>Negative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16625308"/>
                  </a:ext>
                </a:extLst>
              </a:tr>
              <a:tr h="137269">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12395427"/>
                  </a:ext>
                </a:extLst>
              </a:tr>
              <a:tr h="137269">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15339024"/>
                  </a:ext>
                </a:extLst>
              </a:tr>
            </a:tbl>
          </a:graphicData>
        </a:graphic>
      </p:graphicFrame>
    </p:spTree>
    <p:extLst>
      <p:ext uri="{BB962C8B-B14F-4D97-AF65-F5344CB8AC3E}">
        <p14:creationId xmlns:p14="http://schemas.microsoft.com/office/powerpoint/2010/main" val="201655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D4205-7904-3989-A314-38AF7F6EBEE5}"/>
              </a:ext>
            </a:extLst>
          </p:cNvPr>
          <p:cNvSpPr>
            <a:spLocks noGrp="1"/>
          </p:cNvSpPr>
          <p:nvPr>
            <p:ph type="title"/>
          </p:nvPr>
        </p:nvSpPr>
        <p:spPr/>
        <p:txBody>
          <a:bodyPr/>
          <a:lstStyle/>
          <a:p>
            <a:r>
              <a:rPr lang="en-US"/>
              <a:t>ADA Reporting—Listing </a:t>
            </a:r>
          </a:p>
        </p:txBody>
      </p:sp>
      <p:sp>
        <p:nvSpPr>
          <p:cNvPr id="3" name="Table Placeholder 2">
            <a:extLst>
              <a:ext uri="{FF2B5EF4-FFF2-40B4-BE49-F238E27FC236}">
                <a16:creationId xmlns:a16="http://schemas.microsoft.com/office/drawing/2014/main" id="{686D597C-2E88-827D-AD05-8B48656E11DA}"/>
              </a:ext>
            </a:extLst>
          </p:cNvPr>
          <p:cNvSpPr>
            <a:spLocks noGrp="1"/>
          </p:cNvSpPr>
          <p:nvPr>
            <p:ph type="tbl" sz="quarter" idx="17"/>
          </p:nvPr>
        </p:nvSpPr>
        <p:spPr/>
        <p:txBody>
          <a:bodyPr/>
          <a:lstStyle/>
          <a:p>
            <a:endParaRPr lang="en-US"/>
          </a:p>
        </p:txBody>
      </p:sp>
      <p:graphicFrame>
        <p:nvGraphicFramePr>
          <p:cNvPr id="5" name="Table Placeholder 3">
            <a:extLst>
              <a:ext uri="{FF2B5EF4-FFF2-40B4-BE49-F238E27FC236}">
                <a16:creationId xmlns:a16="http://schemas.microsoft.com/office/drawing/2014/main" id="{B2E1C665-4E92-B6D3-F4F0-70D1993A276A}"/>
              </a:ext>
            </a:extLst>
          </p:cNvPr>
          <p:cNvGraphicFramePr>
            <a:graphicFrameLocks/>
          </p:cNvGraphicFramePr>
          <p:nvPr>
            <p:extLst>
              <p:ext uri="{D42A27DB-BD31-4B8C-83A1-F6EECF244321}">
                <p14:modId xmlns:p14="http://schemas.microsoft.com/office/powerpoint/2010/main" val="4008515481"/>
              </p:ext>
            </p:extLst>
          </p:nvPr>
        </p:nvGraphicFramePr>
        <p:xfrm>
          <a:off x="1916072" y="1541349"/>
          <a:ext cx="8066765" cy="2181860"/>
        </p:xfrm>
        <a:graphic>
          <a:graphicData uri="http://schemas.openxmlformats.org/drawingml/2006/table">
            <a:tbl>
              <a:tblPr firstRow="1" firstCol="1" bandRow="1"/>
              <a:tblGrid>
                <a:gridCol w="1256020">
                  <a:extLst>
                    <a:ext uri="{9D8B030D-6E8A-4147-A177-3AD203B41FA5}">
                      <a16:colId xmlns:a16="http://schemas.microsoft.com/office/drawing/2014/main" val="2502763144"/>
                    </a:ext>
                  </a:extLst>
                </a:gridCol>
                <a:gridCol w="1280160">
                  <a:extLst>
                    <a:ext uri="{9D8B030D-6E8A-4147-A177-3AD203B41FA5}">
                      <a16:colId xmlns:a16="http://schemas.microsoft.com/office/drawing/2014/main" val="353887083"/>
                    </a:ext>
                  </a:extLst>
                </a:gridCol>
                <a:gridCol w="1280160">
                  <a:extLst>
                    <a:ext uri="{9D8B030D-6E8A-4147-A177-3AD203B41FA5}">
                      <a16:colId xmlns:a16="http://schemas.microsoft.com/office/drawing/2014/main" val="264006418"/>
                    </a:ext>
                  </a:extLst>
                </a:gridCol>
                <a:gridCol w="2743200">
                  <a:extLst>
                    <a:ext uri="{9D8B030D-6E8A-4147-A177-3AD203B41FA5}">
                      <a16:colId xmlns:a16="http://schemas.microsoft.com/office/drawing/2014/main" val="43419764"/>
                    </a:ext>
                  </a:extLst>
                </a:gridCol>
                <a:gridCol w="1507225">
                  <a:extLst>
                    <a:ext uri="{9D8B030D-6E8A-4147-A177-3AD203B41FA5}">
                      <a16:colId xmlns:a16="http://schemas.microsoft.com/office/drawing/2014/main" val="332455877"/>
                    </a:ext>
                  </a:extLst>
                </a:gridCol>
              </a:tblGrid>
              <a:tr h="137269">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Subject ID</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Sample ID</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Collection Time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Test Name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Results</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6337490"/>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652355552930</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C1D1</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Anti-</a:t>
                      </a:r>
                      <a:r>
                        <a:rPr lang="en-US" sz="1400" kern="100" err="1">
                          <a:effectLst/>
                          <a:latin typeface="Calibri" panose="020F0502020204030204" pitchFamily="34" charset="0"/>
                          <a:ea typeface="Calibri" panose="020F0502020204030204" pitchFamily="34" charset="0"/>
                          <a:cs typeface="Times New Roman" panose="02020603050405020304" pitchFamily="18" charset="0"/>
                        </a:rPr>
                        <a:t>BNTxzy</a:t>
                      </a:r>
                      <a:r>
                        <a:rPr lang="en-US" sz="1400" kern="100">
                          <a:effectLst/>
                          <a:latin typeface="Calibri" panose="020F0502020204030204" pitchFamily="34" charset="0"/>
                          <a:ea typeface="Calibri" panose="020F0502020204030204" pitchFamily="34" charset="0"/>
                          <a:cs typeface="Times New Roman" panose="02020603050405020304" pitchFamily="18" charset="0"/>
                        </a:rPr>
                        <a:t> Antibody Screening</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Negative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56976527"/>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652355552931</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C1D8</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Anti-</a:t>
                      </a:r>
                      <a:r>
                        <a:rPr lang="en-US" sz="1400" kern="100" err="1">
                          <a:effectLst/>
                          <a:latin typeface="Calibri" panose="020F0502020204030204" pitchFamily="34" charset="0"/>
                          <a:ea typeface="Calibri" panose="020F0502020204030204" pitchFamily="34" charset="0"/>
                          <a:cs typeface="Times New Roman" panose="02020603050405020304" pitchFamily="18" charset="0"/>
                        </a:rPr>
                        <a:t>BNTxzy</a:t>
                      </a:r>
                      <a:r>
                        <a:rPr lang="en-US" sz="1400" kern="100">
                          <a:effectLst/>
                          <a:latin typeface="Calibri" panose="020F0502020204030204" pitchFamily="34" charset="0"/>
                          <a:ea typeface="Calibri" panose="020F0502020204030204" pitchFamily="34" charset="0"/>
                          <a:cs typeface="Times New Roman" panose="02020603050405020304" pitchFamily="18" charset="0"/>
                        </a:rPr>
                        <a:t> Antibody Screening</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(Potential) Positive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123955779"/>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652355552931</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C1D8</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Anti-</a:t>
                      </a:r>
                      <a:r>
                        <a:rPr lang="en-US" sz="1400" kern="100" err="1">
                          <a:effectLst/>
                          <a:latin typeface="Calibri" panose="020F0502020204030204" pitchFamily="34" charset="0"/>
                          <a:ea typeface="Calibri" panose="020F0502020204030204" pitchFamily="34" charset="0"/>
                          <a:cs typeface="Times New Roman" panose="02020603050405020304" pitchFamily="18" charset="0"/>
                        </a:rPr>
                        <a:t>BNTxzy</a:t>
                      </a:r>
                      <a:r>
                        <a:rPr lang="en-US" sz="1400" kern="100">
                          <a:effectLst/>
                          <a:latin typeface="Calibri" panose="020F0502020204030204" pitchFamily="34" charset="0"/>
                          <a:ea typeface="Calibri" panose="020F0502020204030204" pitchFamily="34" charset="0"/>
                          <a:cs typeface="Times New Roman" panose="02020603050405020304" pitchFamily="18" charset="0"/>
                        </a:rPr>
                        <a:t> Antibody Confirmatory</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Negative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780703338"/>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652355552932</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C2D1</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Anti-</a:t>
                      </a:r>
                      <a:r>
                        <a:rPr lang="en-US" sz="1400" kern="100" err="1">
                          <a:effectLst/>
                          <a:latin typeface="Calibri" panose="020F0502020204030204" pitchFamily="34" charset="0"/>
                          <a:ea typeface="Calibri" panose="020F0502020204030204" pitchFamily="34" charset="0"/>
                          <a:cs typeface="Times New Roman" panose="02020603050405020304" pitchFamily="18" charset="0"/>
                        </a:rPr>
                        <a:t>BNTxzy</a:t>
                      </a:r>
                      <a:r>
                        <a:rPr lang="en-US" sz="1400" kern="100">
                          <a:effectLst/>
                          <a:latin typeface="Calibri" panose="020F0502020204030204" pitchFamily="34" charset="0"/>
                          <a:ea typeface="Calibri" panose="020F0502020204030204" pitchFamily="34" charset="0"/>
                          <a:cs typeface="Times New Roman" panose="02020603050405020304" pitchFamily="18" charset="0"/>
                        </a:rPr>
                        <a:t> Antibody Screening</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400" kern="100">
                          <a:effectLst/>
                          <a:latin typeface="Calibri" panose="020F0502020204030204" pitchFamily="34" charset="0"/>
                          <a:ea typeface="Calibri" panose="020F0502020204030204" pitchFamily="34" charset="0"/>
                          <a:cs typeface="Times New Roman" panose="02020603050405020304" pitchFamily="18" charset="0"/>
                        </a:rPr>
                        <a:t>(Potential) Positive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6625308"/>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652355552932</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C2D1</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Anti-</a:t>
                      </a:r>
                      <a:r>
                        <a:rPr lang="en-US" sz="1400" kern="100" err="1">
                          <a:effectLst/>
                          <a:latin typeface="Calibri" panose="020F0502020204030204" pitchFamily="34" charset="0"/>
                          <a:ea typeface="Calibri" panose="020F0502020204030204" pitchFamily="34" charset="0"/>
                          <a:cs typeface="Times New Roman" panose="02020603050405020304" pitchFamily="18" charset="0"/>
                        </a:rPr>
                        <a:t>BNTxzy</a:t>
                      </a:r>
                      <a:r>
                        <a:rPr lang="en-US" sz="1400" kern="100">
                          <a:effectLst/>
                          <a:latin typeface="Calibri" panose="020F0502020204030204" pitchFamily="34" charset="0"/>
                          <a:ea typeface="Calibri" panose="020F0502020204030204" pitchFamily="34" charset="0"/>
                          <a:cs typeface="Times New Roman" panose="02020603050405020304" pitchFamily="18" charset="0"/>
                        </a:rPr>
                        <a:t> Antibody Confirmatory</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Positive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89379215"/>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652355552932</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C2D1</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Anti-</a:t>
                      </a:r>
                      <a:r>
                        <a:rPr lang="en-US" sz="1400" kern="100" err="1">
                          <a:effectLst/>
                          <a:latin typeface="Calibri" panose="020F0502020204030204" pitchFamily="34" charset="0"/>
                          <a:ea typeface="Calibri" panose="020F0502020204030204" pitchFamily="34" charset="0"/>
                          <a:cs typeface="Times New Roman" panose="02020603050405020304" pitchFamily="18" charset="0"/>
                        </a:rPr>
                        <a:t>BNTxzy</a:t>
                      </a:r>
                      <a:r>
                        <a:rPr lang="en-US" sz="1400" kern="100">
                          <a:effectLst/>
                          <a:latin typeface="Calibri" panose="020F0502020204030204" pitchFamily="34" charset="0"/>
                          <a:ea typeface="Calibri" panose="020F0502020204030204" pitchFamily="34" charset="0"/>
                          <a:cs typeface="Times New Roman" panose="02020603050405020304" pitchFamily="18" charset="0"/>
                        </a:rPr>
                        <a:t> Antibody titer</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320</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73799870"/>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652355552932</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C2D1</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Anti-</a:t>
                      </a:r>
                      <a:r>
                        <a:rPr lang="en-US" sz="1400" kern="100" err="1">
                          <a:effectLst/>
                          <a:latin typeface="Calibri" panose="020F0502020204030204" pitchFamily="34" charset="0"/>
                          <a:ea typeface="Calibri" panose="020F0502020204030204" pitchFamily="34" charset="0"/>
                          <a:cs typeface="Times New Roman" panose="02020603050405020304" pitchFamily="18" charset="0"/>
                        </a:rPr>
                        <a:t>BNTxzy</a:t>
                      </a:r>
                      <a:r>
                        <a:rPr lang="en-US" sz="1400" kern="100">
                          <a:effectLst/>
                          <a:latin typeface="Calibri" panose="020F0502020204030204" pitchFamily="34" charset="0"/>
                          <a:ea typeface="Calibri" panose="020F0502020204030204" pitchFamily="34" charset="0"/>
                          <a:cs typeface="Times New Roman" panose="02020603050405020304" pitchFamily="18" charset="0"/>
                        </a:rPr>
                        <a:t> Antibody </a:t>
                      </a:r>
                      <a:r>
                        <a:rPr lang="en-US" sz="1400" kern="100" err="1">
                          <a:effectLst/>
                          <a:latin typeface="Calibri" panose="020F0502020204030204" pitchFamily="34" charset="0"/>
                          <a:ea typeface="Calibri" panose="020F0502020204030204" pitchFamily="34" charset="0"/>
                          <a:cs typeface="Times New Roman" panose="02020603050405020304" pitchFamily="18" charset="0"/>
                        </a:rPr>
                        <a:t>NAb</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Negative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54892887"/>
                  </a:ext>
                </a:extLst>
              </a:tr>
              <a:tr h="137269">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2395427"/>
                  </a:ext>
                </a:extLst>
              </a:tr>
              <a:tr h="137269">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5339024"/>
                  </a:ext>
                </a:extLst>
              </a:tr>
            </a:tbl>
          </a:graphicData>
        </a:graphic>
      </p:graphicFrame>
      <p:graphicFrame>
        <p:nvGraphicFramePr>
          <p:cNvPr id="6" name="Table Placeholder 3">
            <a:extLst>
              <a:ext uri="{FF2B5EF4-FFF2-40B4-BE49-F238E27FC236}">
                <a16:creationId xmlns:a16="http://schemas.microsoft.com/office/drawing/2014/main" id="{D108883D-CE10-F8C4-6A61-7079C547833D}"/>
              </a:ext>
            </a:extLst>
          </p:cNvPr>
          <p:cNvGraphicFramePr>
            <a:graphicFrameLocks/>
          </p:cNvGraphicFramePr>
          <p:nvPr/>
        </p:nvGraphicFramePr>
        <p:xfrm>
          <a:off x="2213801" y="4719527"/>
          <a:ext cx="8466391" cy="1309116"/>
        </p:xfrm>
        <a:graphic>
          <a:graphicData uri="http://schemas.openxmlformats.org/drawingml/2006/table">
            <a:tbl>
              <a:tblPr firstRow="1" firstCol="1" bandRow="1"/>
              <a:tblGrid>
                <a:gridCol w="1282153">
                  <a:extLst>
                    <a:ext uri="{9D8B030D-6E8A-4147-A177-3AD203B41FA5}">
                      <a16:colId xmlns:a16="http://schemas.microsoft.com/office/drawing/2014/main" val="2502763144"/>
                    </a:ext>
                  </a:extLst>
                </a:gridCol>
                <a:gridCol w="1306795">
                  <a:extLst>
                    <a:ext uri="{9D8B030D-6E8A-4147-A177-3AD203B41FA5}">
                      <a16:colId xmlns:a16="http://schemas.microsoft.com/office/drawing/2014/main" val="264006418"/>
                    </a:ext>
                  </a:extLst>
                </a:gridCol>
                <a:gridCol w="2800275">
                  <a:extLst>
                    <a:ext uri="{9D8B030D-6E8A-4147-A177-3AD203B41FA5}">
                      <a16:colId xmlns:a16="http://schemas.microsoft.com/office/drawing/2014/main" val="43419764"/>
                    </a:ext>
                  </a:extLst>
                </a:gridCol>
                <a:gridCol w="1538584">
                  <a:extLst>
                    <a:ext uri="{9D8B030D-6E8A-4147-A177-3AD203B41FA5}">
                      <a16:colId xmlns:a16="http://schemas.microsoft.com/office/drawing/2014/main" val="332455877"/>
                    </a:ext>
                  </a:extLst>
                </a:gridCol>
                <a:gridCol w="1538584">
                  <a:extLst>
                    <a:ext uri="{9D8B030D-6E8A-4147-A177-3AD203B41FA5}">
                      <a16:colId xmlns:a16="http://schemas.microsoft.com/office/drawing/2014/main" val="2060248024"/>
                    </a:ext>
                  </a:extLst>
                </a:gridCol>
              </a:tblGrid>
              <a:tr h="137269">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Subject ID</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Collection Time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Anti-</a:t>
                      </a:r>
                      <a:r>
                        <a:rPr lang="en-US" sz="1400" kern="100" err="1">
                          <a:effectLst/>
                          <a:latin typeface="Calibri" panose="020F0502020204030204" pitchFamily="34" charset="0"/>
                          <a:ea typeface="Calibri" panose="020F0502020204030204" pitchFamily="34" charset="0"/>
                          <a:cs typeface="Times New Roman" panose="02020603050405020304" pitchFamily="18" charset="0"/>
                        </a:rPr>
                        <a:t>BNTxzy</a:t>
                      </a:r>
                      <a:r>
                        <a:rPr lang="en-US" sz="1400" kern="100">
                          <a:effectLst/>
                          <a:latin typeface="Calibri" panose="020F0502020204030204" pitchFamily="34" charset="0"/>
                          <a:ea typeface="Calibri" panose="020F0502020204030204" pitchFamily="34" charset="0"/>
                          <a:cs typeface="Times New Roman" panose="02020603050405020304" pitchFamily="18" charset="0"/>
                        </a:rPr>
                        <a:t> Antibody </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Titer</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400" kern="100" err="1">
                          <a:effectLst/>
                          <a:latin typeface="Calibri" panose="020F0502020204030204" pitchFamily="34" charset="0"/>
                          <a:ea typeface="Calibri" panose="020F0502020204030204" pitchFamily="34" charset="0"/>
                          <a:cs typeface="Times New Roman" panose="02020603050405020304" pitchFamily="18" charset="0"/>
                        </a:rPr>
                        <a:t>NAb</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6337490"/>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C1D1</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Negative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56976527"/>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C1D8</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Negative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123955779"/>
                  </a:ext>
                </a:extLst>
              </a:tr>
              <a:tr h="137269">
                <a:tc>
                  <a:txBody>
                    <a:bodyPr/>
                    <a:lstStyle/>
                    <a:p>
                      <a:pPr marL="0" marR="0">
                        <a:lnSpc>
                          <a:spcPct val="107000"/>
                        </a:lnSpc>
                        <a:spcAft>
                          <a:spcPts val="800"/>
                        </a:spcAft>
                      </a:pPr>
                      <a:r>
                        <a:rPr kumimoji="0" lang="en-US" sz="1400" b="0" i="0" u="none" strike="noStrike" kern="100" cap="none" spc="0" normalizeH="0" baseline="0" noProof="0">
                          <a:ln>
                            <a:noFill/>
                          </a:ln>
                          <a:solidFill>
                            <a:srgbClr val="3C4447"/>
                          </a:solidFill>
                          <a:effectLst/>
                          <a:uLnTx/>
                          <a:uFillTx/>
                          <a:latin typeface="Calibri" panose="020F0502020204030204" pitchFamily="34" charset="0"/>
                          <a:ea typeface="Calibri" panose="020F0502020204030204" pitchFamily="34" charset="0"/>
                          <a:cs typeface="Times New Roman" panose="02020603050405020304" pitchFamily="18" charset="0"/>
                        </a:rPr>
                        <a:t>101-001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C2D1</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07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Positive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400" kern="100">
                          <a:effectLst/>
                          <a:latin typeface="Calibri" panose="020F0502020204030204" pitchFamily="34" charset="0"/>
                          <a:ea typeface="Calibri" panose="020F0502020204030204" pitchFamily="34" charset="0"/>
                          <a:cs typeface="Times New Roman" panose="02020603050405020304" pitchFamily="18" charset="0"/>
                        </a:rPr>
                        <a:t>320</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400" kern="100">
                          <a:effectLst/>
                          <a:latin typeface="Calibri" panose="020F0502020204030204" pitchFamily="34" charset="0"/>
                          <a:ea typeface="Calibri" panose="020F0502020204030204" pitchFamily="34" charset="0"/>
                          <a:cs typeface="Times New Roman" panose="02020603050405020304" pitchFamily="18" charset="0"/>
                        </a:rPr>
                        <a:t>Negative</a:t>
                      </a: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6625308"/>
                  </a:ext>
                </a:extLst>
              </a:tr>
              <a:tr h="137269">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2395427"/>
                  </a:ext>
                </a:extLst>
              </a:tr>
              <a:tr h="137269">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54908" marR="549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5339024"/>
                  </a:ext>
                </a:extLst>
              </a:tr>
            </a:tbl>
          </a:graphicData>
        </a:graphic>
      </p:graphicFrame>
      <p:sp>
        <p:nvSpPr>
          <p:cNvPr id="7" name="TextBox 6">
            <a:extLst>
              <a:ext uri="{FF2B5EF4-FFF2-40B4-BE49-F238E27FC236}">
                <a16:creationId xmlns:a16="http://schemas.microsoft.com/office/drawing/2014/main" id="{7EA2B5F9-353A-0DC3-E6CE-D64E4D3BA44C}"/>
              </a:ext>
            </a:extLst>
          </p:cNvPr>
          <p:cNvSpPr txBox="1"/>
          <p:nvPr/>
        </p:nvSpPr>
        <p:spPr>
          <a:xfrm>
            <a:off x="459496" y="2168208"/>
            <a:ext cx="1094852" cy="246221"/>
          </a:xfrm>
          <a:prstGeom prst="rect">
            <a:avLst/>
          </a:prstGeom>
          <a:noFill/>
        </p:spPr>
        <p:txBody>
          <a:bodyPr wrap="none" lIns="0" tIns="0" rIns="0" bIns="0" rtlCol="0">
            <a:spAutoFit/>
          </a:bodyPr>
          <a:lstStyle/>
          <a:p>
            <a:pPr algn="l"/>
            <a:r>
              <a:rPr lang="en-US" sz="1600" b="1"/>
              <a:t>Lab results</a:t>
            </a:r>
          </a:p>
        </p:txBody>
      </p:sp>
      <p:sp>
        <p:nvSpPr>
          <p:cNvPr id="8" name="TextBox 7">
            <a:extLst>
              <a:ext uri="{FF2B5EF4-FFF2-40B4-BE49-F238E27FC236}">
                <a16:creationId xmlns:a16="http://schemas.microsoft.com/office/drawing/2014/main" id="{D7A9A59E-F988-F89E-1650-18D703ACFB11}"/>
              </a:ext>
            </a:extLst>
          </p:cNvPr>
          <p:cNvSpPr txBox="1"/>
          <p:nvPr/>
        </p:nvSpPr>
        <p:spPr>
          <a:xfrm>
            <a:off x="957037" y="5127864"/>
            <a:ext cx="730969" cy="246221"/>
          </a:xfrm>
          <a:prstGeom prst="rect">
            <a:avLst/>
          </a:prstGeom>
          <a:noFill/>
        </p:spPr>
        <p:txBody>
          <a:bodyPr wrap="none" lIns="0" tIns="0" rIns="0" bIns="0" rtlCol="0">
            <a:spAutoFit/>
          </a:bodyPr>
          <a:lstStyle/>
          <a:p>
            <a:pPr algn="l"/>
            <a:r>
              <a:rPr lang="en-US" sz="1600" b="1"/>
              <a:t>Listing </a:t>
            </a:r>
          </a:p>
        </p:txBody>
      </p:sp>
      <p:sp>
        <p:nvSpPr>
          <p:cNvPr id="9" name="Arrow: Down 8">
            <a:extLst>
              <a:ext uri="{FF2B5EF4-FFF2-40B4-BE49-F238E27FC236}">
                <a16:creationId xmlns:a16="http://schemas.microsoft.com/office/drawing/2014/main" id="{32F0B1DA-B4E6-59F9-2F4D-8850AD9293CF}"/>
              </a:ext>
            </a:extLst>
          </p:cNvPr>
          <p:cNvSpPr/>
          <p:nvPr/>
        </p:nvSpPr>
        <p:spPr>
          <a:xfrm>
            <a:off x="5715000" y="3749040"/>
            <a:ext cx="521208" cy="970487"/>
          </a:xfrm>
          <a:prstGeom prst="downArrow">
            <a:avLst/>
          </a:prstGeom>
          <a:solidFill>
            <a:schemeClr val="accent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en-US" sz="1400">
              <a:solidFill>
                <a:schemeClr val="tx1"/>
              </a:solidFill>
            </a:endParaRPr>
          </a:p>
        </p:txBody>
      </p:sp>
      <p:sp>
        <p:nvSpPr>
          <p:cNvPr id="4" name="Speech Bubble: Rectangle 3">
            <a:extLst>
              <a:ext uri="{FF2B5EF4-FFF2-40B4-BE49-F238E27FC236}">
                <a16:creationId xmlns:a16="http://schemas.microsoft.com/office/drawing/2014/main" id="{C75F9D5D-10B1-E224-7468-51C308F4027F}"/>
              </a:ext>
            </a:extLst>
          </p:cNvPr>
          <p:cNvSpPr/>
          <p:nvPr/>
        </p:nvSpPr>
        <p:spPr>
          <a:xfrm>
            <a:off x="10185823" y="1636713"/>
            <a:ext cx="2314058" cy="259720"/>
          </a:xfrm>
          <a:prstGeom prst="wedgeRectCallout">
            <a:avLst>
              <a:gd name="adj1" fmla="val -60956"/>
              <a:gd name="adj2" fmla="val 25655"/>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Negative at C1D1</a:t>
            </a:r>
          </a:p>
        </p:txBody>
      </p:sp>
      <p:sp>
        <p:nvSpPr>
          <p:cNvPr id="10" name="Speech Bubble: Rectangle 9">
            <a:extLst>
              <a:ext uri="{FF2B5EF4-FFF2-40B4-BE49-F238E27FC236}">
                <a16:creationId xmlns:a16="http://schemas.microsoft.com/office/drawing/2014/main" id="{27B84DBE-02C2-9EB4-F8DF-AA0D6DB990F0}"/>
              </a:ext>
            </a:extLst>
          </p:cNvPr>
          <p:cNvSpPr/>
          <p:nvPr/>
        </p:nvSpPr>
        <p:spPr>
          <a:xfrm>
            <a:off x="10185823" y="2117186"/>
            <a:ext cx="2314058" cy="259720"/>
          </a:xfrm>
          <a:prstGeom prst="wedgeRectCallout">
            <a:avLst>
              <a:gd name="adj1" fmla="val -60956"/>
              <a:gd name="adj2" fmla="val 25655"/>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Negative at C1D8</a:t>
            </a:r>
          </a:p>
        </p:txBody>
      </p:sp>
      <p:sp>
        <p:nvSpPr>
          <p:cNvPr id="11" name="Speech Bubble: Rectangle 10">
            <a:extLst>
              <a:ext uri="{FF2B5EF4-FFF2-40B4-BE49-F238E27FC236}">
                <a16:creationId xmlns:a16="http://schemas.microsoft.com/office/drawing/2014/main" id="{CADF4013-D0FA-CFDD-0118-135021591EEB}"/>
              </a:ext>
            </a:extLst>
          </p:cNvPr>
          <p:cNvSpPr/>
          <p:nvPr/>
        </p:nvSpPr>
        <p:spPr>
          <a:xfrm>
            <a:off x="10185823" y="2587942"/>
            <a:ext cx="2314058" cy="500591"/>
          </a:xfrm>
          <a:prstGeom prst="wedgeRectCallout">
            <a:avLst>
              <a:gd name="adj1" fmla="val -60956"/>
              <a:gd name="adj2" fmla="val 25655"/>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Positive at C2D1 with a titer of 320, </a:t>
            </a:r>
            <a:r>
              <a:rPr lang="en-US" sz="1400" err="1">
                <a:solidFill>
                  <a:schemeClr val="tx1"/>
                </a:solidFill>
              </a:rPr>
              <a:t>NAb</a:t>
            </a:r>
            <a:r>
              <a:rPr lang="en-US" sz="1400">
                <a:solidFill>
                  <a:schemeClr val="tx1"/>
                </a:solidFill>
              </a:rPr>
              <a:t> negative</a:t>
            </a:r>
          </a:p>
        </p:txBody>
      </p:sp>
    </p:spTree>
    <p:extLst>
      <p:ext uri="{BB962C8B-B14F-4D97-AF65-F5344CB8AC3E}">
        <p14:creationId xmlns:p14="http://schemas.microsoft.com/office/powerpoint/2010/main" val="2841608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6CB3C-4A3A-AEFA-FD0E-37D879A0447C}"/>
              </a:ext>
            </a:extLst>
          </p:cNvPr>
          <p:cNvSpPr>
            <a:spLocks noGrp="1"/>
          </p:cNvSpPr>
          <p:nvPr>
            <p:ph type="title"/>
          </p:nvPr>
        </p:nvSpPr>
        <p:spPr/>
        <p:txBody>
          <a:bodyPr/>
          <a:lstStyle/>
          <a:p>
            <a:r>
              <a:rPr lang="en-US"/>
              <a:t>Common Terminology (</a:t>
            </a:r>
            <a:r>
              <a:rPr lang="en-US">
                <a:latin typeface="Arial" panose="020B0604020202020204" pitchFamily="34" charset="0"/>
                <a:cs typeface="Times New Roman" panose="02020603050405020304" pitchFamily="18" charset="0"/>
                <a:hlinkClick r:id="rId3"/>
              </a:rPr>
              <a:t>Shankar 2014</a:t>
            </a:r>
            <a:r>
              <a:rPr lang="en-US">
                <a:latin typeface="Arial" panose="020B0604020202020204" pitchFamily="34" charset="0"/>
                <a:cs typeface="Times New Roman" panose="02020603050405020304" pitchFamily="18" charset="0"/>
              </a:rPr>
              <a:t>)</a:t>
            </a:r>
            <a:endParaRPr lang="en-US"/>
          </a:p>
        </p:txBody>
      </p:sp>
      <p:sp>
        <p:nvSpPr>
          <p:cNvPr id="3" name="Table Placeholder 2">
            <a:extLst>
              <a:ext uri="{FF2B5EF4-FFF2-40B4-BE49-F238E27FC236}">
                <a16:creationId xmlns:a16="http://schemas.microsoft.com/office/drawing/2014/main" id="{516EF66B-09F8-0824-2B51-9BA92A24554F}"/>
              </a:ext>
            </a:extLst>
          </p:cNvPr>
          <p:cNvSpPr>
            <a:spLocks noGrp="1"/>
          </p:cNvSpPr>
          <p:nvPr>
            <p:ph type="tbl" sz="quarter" idx="17"/>
          </p:nvPr>
        </p:nvSpPr>
        <p:spPr/>
        <p:txBody>
          <a:bodyPr/>
          <a:lstStyle/>
          <a:p>
            <a:pPr marL="285750" indent="-285750">
              <a:buFont typeface="Arial" panose="020B0604020202020204" pitchFamily="34" charset="0"/>
              <a:buChar char="•"/>
            </a:pPr>
            <a:r>
              <a:rPr lang="en-US"/>
              <a:t>Pre-existing ADA: ADA that exists before treatment</a:t>
            </a:r>
          </a:p>
          <a:p>
            <a:pPr marL="285750" indent="-285750">
              <a:buFont typeface="Arial" panose="020B0604020202020204" pitchFamily="34" charset="0"/>
              <a:buChar char="•"/>
            </a:pPr>
            <a:r>
              <a:rPr lang="en-US"/>
              <a:t>Treatment-induced ADA: ADA developed de novo following biologic drug administration</a:t>
            </a:r>
          </a:p>
          <a:p>
            <a:pPr marL="285750" indent="-285750">
              <a:buFont typeface="Arial" panose="020B0604020202020204" pitchFamily="34" charset="0"/>
              <a:buChar char="•"/>
            </a:pPr>
            <a:r>
              <a:rPr lang="en-US"/>
              <a:t>Treatment-boosted ADA: Pre-existing ADA that were boosted to a higher level following biologic drug administration</a:t>
            </a:r>
          </a:p>
          <a:p>
            <a:pPr marL="463550" lvl="2" indent="-285750"/>
            <a:r>
              <a:rPr lang="en-US"/>
              <a:t>Higher level threshold: usually 2 dilution step (dilution factor^2) due to the quasi-quantitative nature of the ADA titer assay</a:t>
            </a:r>
          </a:p>
          <a:p>
            <a:pPr marL="285750" indent="-285750">
              <a:buFont typeface="Arial" panose="020B0604020202020204" pitchFamily="34" charset="0"/>
              <a:buChar char="•"/>
            </a:pPr>
            <a:r>
              <a:rPr lang="en-US"/>
              <a:t>Treatment-emergent ADA: treatment-induced and treatment-boosted ADA</a:t>
            </a:r>
          </a:p>
          <a:p>
            <a:pPr marL="285750" indent="-285750">
              <a:buFont typeface="Arial" panose="020B0604020202020204" pitchFamily="34" charset="0"/>
              <a:buChar char="•"/>
            </a:pPr>
            <a:r>
              <a:rPr lang="en-US"/>
              <a:t>Titer: a quasi-quantitative expression of the level of ADA in a sample</a:t>
            </a:r>
          </a:p>
          <a:p>
            <a:pPr marL="463550" lvl="2" indent="-285750"/>
            <a:r>
              <a:rPr lang="en-US"/>
              <a:t>Highest fold of dilution of the sample that yields a positive result above a predetermined cut point value</a:t>
            </a:r>
          </a:p>
          <a:p>
            <a:pPr marL="463550" lvl="2" indent="-285750"/>
            <a:endParaRPr lang="en-US"/>
          </a:p>
          <a:p>
            <a:pPr marL="285750" indent="-285750">
              <a:buFont typeface="Arial" panose="020B0604020202020204" pitchFamily="34" charset="0"/>
              <a:buChar char="•"/>
            </a:pPr>
            <a:r>
              <a:rPr lang="en-US"/>
              <a:t>ADA prevalence: The proportion of all individuals having drug-reactive antibodies (including pre-existing antibodies) at any point in time.</a:t>
            </a:r>
          </a:p>
          <a:p>
            <a:pPr marL="285750" indent="-285750">
              <a:buFont typeface="Arial" panose="020B0604020202020204" pitchFamily="34" charset="0"/>
              <a:buChar char="•"/>
            </a:pPr>
            <a:r>
              <a:rPr lang="en-US"/>
              <a:t>ADA incidence: The proportion of the study population with treatment-emergent ADA during the study period.</a:t>
            </a:r>
          </a:p>
        </p:txBody>
      </p:sp>
    </p:spTree>
    <p:extLst>
      <p:ext uri="{BB962C8B-B14F-4D97-AF65-F5344CB8AC3E}">
        <p14:creationId xmlns:p14="http://schemas.microsoft.com/office/powerpoint/2010/main" val="713587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8F5C5-54C8-B236-33DA-575E05EA4104}"/>
              </a:ext>
            </a:extLst>
          </p:cNvPr>
          <p:cNvSpPr>
            <a:spLocks noGrp="1"/>
          </p:cNvSpPr>
          <p:nvPr>
            <p:ph type="title"/>
          </p:nvPr>
        </p:nvSpPr>
        <p:spPr/>
        <p:txBody>
          <a:bodyPr/>
          <a:lstStyle/>
          <a:p>
            <a:r>
              <a:rPr lang="en-US"/>
              <a:t>ADA Categorization Examples (I)</a:t>
            </a:r>
          </a:p>
        </p:txBody>
      </p:sp>
      <p:sp>
        <p:nvSpPr>
          <p:cNvPr id="4" name="Rectangle 3">
            <a:extLst>
              <a:ext uri="{FF2B5EF4-FFF2-40B4-BE49-F238E27FC236}">
                <a16:creationId xmlns:a16="http://schemas.microsoft.com/office/drawing/2014/main" id="{7C5FBD6F-F6F0-8D5B-1FAE-7866557DB013}"/>
              </a:ext>
            </a:extLst>
          </p:cNvPr>
          <p:cNvSpPr/>
          <p:nvPr/>
        </p:nvSpPr>
        <p:spPr>
          <a:xfrm>
            <a:off x="595313" y="1614615"/>
            <a:ext cx="2223707" cy="4663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Pre-treatment ADA Status</a:t>
            </a:r>
          </a:p>
        </p:txBody>
      </p:sp>
      <p:sp>
        <p:nvSpPr>
          <p:cNvPr id="6" name="Rectangle 5">
            <a:extLst>
              <a:ext uri="{FF2B5EF4-FFF2-40B4-BE49-F238E27FC236}">
                <a16:creationId xmlns:a16="http://schemas.microsoft.com/office/drawing/2014/main" id="{BB42ACBC-AEBF-C1A8-80A2-8BF54D5C5974}"/>
              </a:ext>
            </a:extLst>
          </p:cNvPr>
          <p:cNvSpPr/>
          <p:nvPr/>
        </p:nvSpPr>
        <p:spPr>
          <a:xfrm>
            <a:off x="3467991" y="1614615"/>
            <a:ext cx="2223707" cy="4663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Post drug administration ADA Status</a:t>
            </a:r>
          </a:p>
        </p:txBody>
      </p:sp>
      <p:sp>
        <p:nvSpPr>
          <p:cNvPr id="7" name="Rectangle 6">
            <a:extLst>
              <a:ext uri="{FF2B5EF4-FFF2-40B4-BE49-F238E27FC236}">
                <a16:creationId xmlns:a16="http://schemas.microsoft.com/office/drawing/2014/main" id="{1E070368-B6B5-3D0F-219D-C3E87DF20041}"/>
              </a:ext>
            </a:extLst>
          </p:cNvPr>
          <p:cNvSpPr/>
          <p:nvPr/>
        </p:nvSpPr>
        <p:spPr>
          <a:xfrm>
            <a:off x="6825814" y="1614615"/>
            <a:ext cx="2223707" cy="4663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ADA Categorization</a:t>
            </a:r>
          </a:p>
        </p:txBody>
      </p:sp>
      <p:sp>
        <p:nvSpPr>
          <p:cNvPr id="8" name="Rectangle 7">
            <a:extLst>
              <a:ext uri="{FF2B5EF4-FFF2-40B4-BE49-F238E27FC236}">
                <a16:creationId xmlns:a16="http://schemas.microsoft.com/office/drawing/2014/main" id="{BE7599A7-7111-D24E-68D1-05DFFFC0C339}"/>
              </a:ext>
            </a:extLst>
          </p:cNvPr>
          <p:cNvSpPr/>
          <p:nvPr/>
        </p:nvSpPr>
        <p:spPr>
          <a:xfrm>
            <a:off x="595313" y="277590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Negative</a:t>
            </a:r>
          </a:p>
        </p:txBody>
      </p:sp>
      <p:sp>
        <p:nvSpPr>
          <p:cNvPr id="10" name="Rectangle 9">
            <a:extLst>
              <a:ext uri="{FF2B5EF4-FFF2-40B4-BE49-F238E27FC236}">
                <a16:creationId xmlns:a16="http://schemas.microsoft.com/office/drawing/2014/main" id="{2B2866B6-7BF3-D976-69AD-B9C8C97DE737}"/>
              </a:ext>
            </a:extLst>
          </p:cNvPr>
          <p:cNvSpPr/>
          <p:nvPr/>
        </p:nvSpPr>
        <p:spPr>
          <a:xfrm>
            <a:off x="595313" y="5111627"/>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 titer=n</a:t>
            </a:r>
          </a:p>
        </p:txBody>
      </p:sp>
      <p:sp>
        <p:nvSpPr>
          <p:cNvPr id="11" name="Rectangle 10">
            <a:extLst>
              <a:ext uri="{FF2B5EF4-FFF2-40B4-BE49-F238E27FC236}">
                <a16:creationId xmlns:a16="http://schemas.microsoft.com/office/drawing/2014/main" id="{C7BC96FB-3F76-2E90-EDFD-2BBC24D99447}"/>
              </a:ext>
            </a:extLst>
          </p:cNvPr>
          <p:cNvSpPr/>
          <p:nvPr/>
        </p:nvSpPr>
        <p:spPr>
          <a:xfrm>
            <a:off x="3467991" y="238043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Negative</a:t>
            </a:r>
          </a:p>
        </p:txBody>
      </p:sp>
      <p:sp>
        <p:nvSpPr>
          <p:cNvPr id="12" name="Rectangle 11">
            <a:extLst>
              <a:ext uri="{FF2B5EF4-FFF2-40B4-BE49-F238E27FC236}">
                <a16:creationId xmlns:a16="http://schemas.microsoft.com/office/drawing/2014/main" id="{1BA41EC7-B538-DCB1-8832-99C34EC874B1}"/>
              </a:ext>
            </a:extLst>
          </p:cNvPr>
          <p:cNvSpPr/>
          <p:nvPr/>
        </p:nvSpPr>
        <p:spPr>
          <a:xfrm>
            <a:off x="3467991" y="3290831"/>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a:t>
            </a:r>
          </a:p>
        </p:txBody>
      </p:sp>
      <p:sp>
        <p:nvSpPr>
          <p:cNvPr id="13" name="Rectangle 12">
            <a:extLst>
              <a:ext uri="{FF2B5EF4-FFF2-40B4-BE49-F238E27FC236}">
                <a16:creationId xmlns:a16="http://schemas.microsoft.com/office/drawing/2014/main" id="{AA4C678C-C935-26AC-A058-02CB9FEDB897}"/>
              </a:ext>
            </a:extLst>
          </p:cNvPr>
          <p:cNvSpPr/>
          <p:nvPr/>
        </p:nvSpPr>
        <p:spPr>
          <a:xfrm>
            <a:off x="3467991" y="4201229"/>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 titer &gt; x*n</a:t>
            </a:r>
          </a:p>
        </p:txBody>
      </p:sp>
      <p:sp>
        <p:nvSpPr>
          <p:cNvPr id="14" name="Rectangle 13">
            <a:extLst>
              <a:ext uri="{FF2B5EF4-FFF2-40B4-BE49-F238E27FC236}">
                <a16:creationId xmlns:a16="http://schemas.microsoft.com/office/drawing/2014/main" id="{978399A2-4241-C6F7-CC47-25EC62F9D4CE}"/>
              </a:ext>
            </a:extLst>
          </p:cNvPr>
          <p:cNvSpPr/>
          <p:nvPr/>
        </p:nvSpPr>
        <p:spPr>
          <a:xfrm>
            <a:off x="3467991" y="5111627"/>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 titer ≤x*n</a:t>
            </a:r>
          </a:p>
        </p:txBody>
      </p:sp>
      <p:sp>
        <p:nvSpPr>
          <p:cNvPr id="15" name="Rectangle 14">
            <a:extLst>
              <a:ext uri="{FF2B5EF4-FFF2-40B4-BE49-F238E27FC236}">
                <a16:creationId xmlns:a16="http://schemas.microsoft.com/office/drawing/2014/main" id="{7641C34D-6CC3-8750-9288-A9AB07AB9668}"/>
              </a:ext>
            </a:extLst>
          </p:cNvPr>
          <p:cNvSpPr/>
          <p:nvPr/>
        </p:nvSpPr>
        <p:spPr>
          <a:xfrm>
            <a:off x="3467991" y="602202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Negative</a:t>
            </a:r>
          </a:p>
        </p:txBody>
      </p:sp>
      <p:sp>
        <p:nvSpPr>
          <p:cNvPr id="16" name="Rectangle 15">
            <a:extLst>
              <a:ext uri="{FF2B5EF4-FFF2-40B4-BE49-F238E27FC236}">
                <a16:creationId xmlns:a16="http://schemas.microsoft.com/office/drawing/2014/main" id="{546404BE-FDB5-E4E3-F158-51DC28985F45}"/>
              </a:ext>
            </a:extLst>
          </p:cNvPr>
          <p:cNvSpPr/>
          <p:nvPr/>
        </p:nvSpPr>
        <p:spPr>
          <a:xfrm>
            <a:off x="6825814" y="238043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ADA negative</a:t>
            </a:r>
          </a:p>
        </p:txBody>
      </p:sp>
      <p:sp>
        <p:nvSpPr>
          <p:cNvPr id="17" name="Rectangle 16">
            <a:extLst>
              <a:ext uri="{FF2B5EF4-FFF2-40B4-BE49-F238E27FC236}">
                <a16:creationId xmlns:a16="http://schemas.microsoft.com/office/drawing/2014/main" id="{7EF0B470-66D1-5876-3011-14844E8CE312}"/>
              </a:ext>
            </a:extLst>
          </p:cNvPr>
          <p:cNvSpPr/>
          <p:nvPr/>
        </p:nvSpPr>
        <p:spPr>
          <a:xfrm>
            <a:off x="6825814" y="3290831"/>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Treatment-induced</a:t>
            </a:r>
          </a:p>
        </p:txBody>
      </p:sp>
      <p:sp>
        <p:nvSpPr>
          <p:cNvPr id="18" name="Rectangle 17">
            <a:extLst>
              <a:ext uri="{FF2B5EF4-FFF2-40B4-BE49-F238E27FC236}">
                <a16:creationId xmlns:a16="http://schemas.microsoft.com/office/drawing/2014/main" id="{E650375C-F928-539B-B66D-BA6DA8D361E2}"/>
              </a:ext>
            </a:extLst>
          </p:cNvPr>
          <p:cNvSpPr/>
          <p:nvPr/>
        </p:nvSpPr>
        <p:spPr>
          <a:xfrm>
            <a:off x="6825814" y="4201229"/>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Treatment-boosted</a:t>
            </a:r>
          </a:p>
        </p:txBody>
      </p:sp>
      <p:sp>
        <p:nvSpPr>
          <p:cNvPr id="19" name="Rectangle 18">
            <a:extLst>
              <a:ext uri="{FF2B5EF4-FFF2-40B4-BE49-F238E27FC236}">
                <a16:creationId xmlns:a16="http://schemas.microsoft.com/office/drawing/2014/main" id="{F372889D-10B8-F9B3-996C-00A45CA740E5}"/>
              </a:ext>
            </a:extLst>
          </p:cNvPr>
          <p:cNvSpPr/>
          <p:nvPr/>
        </p:nvSpPr>
        <p:spPr>
          <a:xfrm>
            <a:off x="6825814" y="5111627"/>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Treatment-unaffected</a:t>
            </a:r>
          </a:p>
        </p:txBody>
      </p:sp>
      <p:sp>
        <p:nvSpPr>
          <p:cNvPr id="20" name="Rectangle 19">
            <a:extLst>
              <a:ext uri="{FF2B5EF4-FFF2-40B4-BE49-F238E27FC236}">
                <a16:creationId xmlns:a16="http://schemas.microsoft.com/office/drawing/2014/main" id="{92125DB6-0894-BEFE-7DC6-9176762397D7}"/>
              </a:ext>
            </a:extLst>
          </p:cNvPr>
          <p:cNvSpPr/>
          <p:nvPr/>
        </p:nvSpPr>
        <p:spPr>
          <a:xfrm>
            <a:off x="6825814" y="602202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Baseline-positive only*</a:t>
            </a:r>
            <a:endParaRPr lang="en-US" sz="1400">
              <a:solidFill>
                <a:schemeClr val="bg1"/>
              </a:solidFill>
              <a:cs typeface="Arial"/>
            </a:endParaRPr>
          </a:p>
        </p:txBody>
      </p:sp>
      <p:cxnSp>
        <p:nvCxnSpPr>
          <p:cNvPr id="22" name="Straight Arrow Connector 21">
            <a:extLst>
              <a:ext uri="{FF2B5EF4-FFF2-40B4-BE49-F238E27FC236}">
                <a16:creationId xmlns:a16="http://schemas.microsoft.com/office/drawing/2014/main" id="{F5E29139-A70C-193E-D879-454E377A6C78}"/>
              </a:ext>
            </a:extLst>
          </p:cNvPr>
          <p:cNvCxnSpPr>
            <a:stCxn id="8" idx="3"/>
            <a:endCxn id="11" idx="1"/>
          </p:cNvCxnSpPr>
          <p:nvPr/>
        </p:nvCxnSpPr>
        <p:spPr>
          <a:xfrm flipV="1">
            <a:off x="2819020" y="2613605"/>
            <a:ext cx="648971" cy="39547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EF192FC7-FFA7-BA76-433B-2A5C6841B2B3}"/>
              </a:ext>
            </a:extLst>
          </p:cNvPr>
          <p:cNvCxnSpPr>
            <a:stCxn id="10" idx="3"/>
            <a:endCxn id="13" idx="1"/>
          </p:cNvCxnSpPr>
          <p:nvPr/>
        </p:nvCxnSpPr>
        <p:spPr>
          <a:xfrm flipV="1">
            <a:off x="2819020" y="4434401"/>
            <a:ext cx="648971" cy="91039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EF5C25F5-652B-3E11-9832-7B321EA0E930}"/>
              </a:ext>
            </a:extLst>
          </p:cNvPr>
          <p:cNvCxnSpPr>
            <a:stCxn id="10" idx="3"/>
            <a:endCxn id="14" idx="1"/>
          </p:cNvCxnSpPr>
          <p:nvPr/>
        </p:nvCxnSpPr>
        <p:spPr>
          <a:xfrm>
            <a:off x="2819020" y="5344799"/>
            <a:ext cx="64897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3DB4B460-99E4-8B2D-E53D-56416EF73EDF}"/>
              </a:ext>
            </a:extLst>
          </p:cNvPr>
          <p:cNvCxnSpPr>
            <a:stCxn id="10" idx="3"/>
            <a:endCxn id="15" idx="1"/>
          </p:cNvCxnSpPr>
          <p:nvPr/>
        </p:nvCxnSpPr>
        <p:spPr>
          <a:xfrm>
            <a:off x="2819020" y="5344799"/>
            <a:ext cx="648971" cy="91039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a:extLst>
              <a:ext uri="{FF2B5EF4-FFF2-40B4-BE49-F238E27FC236}">
                <a16:creationId xmlns:a16="http://schemas.microsoft.com/office/drawing/2014/main" id="{8AE29BBA-8D7C-1895-A132-2BE90991230E}"/>
              </a:ext>
            </a:extLst>
          </p:cNvPr>
          <p:cNvCxnSpPr>
            <a:cxnSpLocks/>
            <a:endCxn id="16" idx="1"/>
          </p:cNvCxnSpPr>
          <p:nvPr/>
        </p:nvCxnSpPr>
        <p:spPr>
          <a:xfrm>
            <a:off x="5292671" y="2613605"/>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DBD72974-9445-41C7-36DF-ADCC106BEF3F}"/>
              </a:ext>
            </a:extLst>
          </p:cNvPr>
          <p:cNvCxnSpPr>
            <a:cxnSpLocks/>
            <a:endCxn id="17" idx="1"/>
          </p:cNvCxnSpPr>
          <p:nvPr/>
        </p:nvCxnSpPr>
        <p:spPr>
          <a:xfrm>
            <a:off x="5292671" y="3524003"/>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D65B1EC5-0583-60D8-58F7-4793C83ABA8B}"/>
              </a:ext>
            </a:extLst>
          </p:cNvPr>
          <p:cNvCxnSpPr>
            <a:cxnSpLocks/>
            <a:endCxn id="18" idx="1"/>
          </p:cNvCxnSpPr>
          <p:nvPr/>
        </p:nvCxnSpPr>
        <p:spPr>
          <a:xfrm>
            <a:off x="5292671" y="4434401"/>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1" name="Straight Arrow Connector 40">
            <a:extLst>
              <a:ext uri="{FF2B5EF4-FFF2-40B4-BE49-F238E27FC236}">
                <a16:creationId xmlns:a16="http://schemas.microsoft.com/office/drawing/2014/main" id="{1EB87A85-81AF-1820-FC29-445162D343D1}"/>
              </a:ext>
            </a:extLst>
          </p:cNvPr>
          <p:cNvCxnSpPr>
            <a:cxnSpLocks/>
            <a:endCxn id="19" idx="1"/>
          </p:cNvCxnSpPr>
          <p:nvPr/>
        </p:nvCxnSpPr>
        <p:spPr>
          <a:xfrm>
            <a:off x="5292671" y="5344799"/>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2BF075F8-81CD-17F3-7B91-111A2C93693C}"/>
              </a:ext>
            </a:extLst>
          </p:cNvPr>
          <p:cNvCxnSpPr>
            <a:cxnSpLocks/>
            <a:endCxn id="20" idx="1"/>
          </p:cNvCxnSpPr>
          <p:nvPr/>
        </p:nvCxnSpPr>
        <p:spPr>
          <a:xfrm>
            <a:off x="5292671" y="6255195"/>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91E1D536-3CCA-9652-397A-9B2AF952DB08}"/>
              </a:ext>
            </a:extLst>
          </p:cNvPr>
          <p:cNvCxnSpPr>
            <a:stCxn id="8" idx="3"/>
            <a:endCxn id="12" idx="1"/>
          </p:cNvCxnSpPr>
          <p:nvPr/>
        </p:nvCxnSpPr>
        <p:spPr>
          <a:xfrm>
            <a:off x="2819020" y="3009075"/>
            <a:ext cx="648971" cy="51492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7" name="Rectangle 56">
            <a:extLst>
              <a:ext uri="{FF2B5EF4-FFF2-40B4-BE49-F238E27FC236}">
                <a16:creationId xmlns:a16="http://schemas.microsoft.com/office/drawing/2014/main" id="{452E9063-ECB8-954A-E6B1-FD51213E3E7D}"/>
              </a:ext>
            </a:extLst>
          </p:cNvPr>
          <p:cNvSpPr/>
          <p:nvPr/>
        </p:nvSpPr>
        <p:spPr>
          <a:xfrm>
            <a:off x="6574665" y="2895385"/>
            <a:ext cx="2798315" cy="19364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en-US" sz="1400">
              <a:solidFill>
                <a:schemeClr val="tx1"/>
              </a:solidFill>
            </a:endParaRPr>
          </a:p>
        </p:txBody>
      </p:sp>
      <p:sp>
        <p:nvSpPr>
          <p:cNvPr id="58" name="TextBox 57">
            <a:extLst>
              <a:ext uri="{FF2B5EF4-FFF2-40B4-BE49-F238E27FC236}">
                <a16:creationId xmlns:a16="http://schemas.microsoft.com/office/drawing/2014/main" id="{AAB47F07-4DCC-9C90-8D36-951D747DBAA9}"/>
              </a:ext>
            </a:extLst>
          </p:cNvPr>
          <p:cNvSpPr txBox="1"/>
          <p:nvPr/>
        </p:nvSpPr>
        <p:spPr>
          <a:xfrm>
            <a:off x="7651611" y="2954120"/>
            <a:ext cx="1721369" cy="215444"/>
          </a:xfrm>
          <a:prstGeom prst="rect">
            <a:avLst/>
          </a:prstGeom>
          <a:noFill/>
        </p:spPr>
        <p:txBody>
          <a:bodyPr wrap="none" lIns="0" tIns="0" rIns="0" bIns="0" rtlCol="0">
            <a:spAutoFit/>
          </a:bodyPr>
          <a:lstStyle/>
          <a:p>
            <a:pPr algn="l"/>
            <a:r>
              <a:rPr lang="en-US" sz="1400" b="1">
                <a:solidFill>
                  <a:schemeClr val="accent1"/>
                </a:solidFill>
              </a:rPr>
              <a:t>Treatment-emergent</a:t>
            </a:r>
          </a:p>
        </p:txBody>
      </p:sp>
      <p:grpSp>
        <p:nvGrpSpPr>
          <p:cNvPr id="23" name="Group 22">
            <a:extLst>
              <a:ext uri="{FF2B5EF4-FFF2-40B4-BE49-F238E27FC236}">
                <a16:creationId xmlns:a16="http://schemas.microsoft.com/office/drawing/2014/main" id="{D72FF894-50C1-5975-D511-225039FAD89F}"/>
              </a:ext>
            </a:extLst>
          </p:cNvPr>
          <p:cNvGrpSpPr/>
          <p:nvPr/>
        </p:nvGrpSpPr>
        <p:grpSpPr>
          <a:xfrm>
            <a:off x="9485290" y="3418695"/>
            <a:ext cx="1810797" cy="2826195"/>
            <a:chOff x="9485290" y="3418695"/>
            <a:chExt cx="1810797" cy="2826195"/>
          </a:xfrm>
        </p:grpSpPr>
        <p:sp>
          <p:nvSpPr>
            <p:cNvPr id="3" name="TextBox 2">
              <a:extLst>
                <a:ext uri="{FF2B5EF4-FFF2-40B4-BE49-F238E27FC236}">
                  <a16:creationId xmlns:a16="http://schemas.microsoft.com/office/drawing/2014/main" id="{FAAB44AF-EA95-DC27-F973-7EE807CB2B70}"/>
                </a:ext>
              </a:extLst>
            </p:cNvPr>
            <p:cNvSpPr txBox="1"/>
            <p:nvPr/>
          </p:nvSpPr>
          <p:spPr>
            <a:xfrm>
              <a:off x="9868067" y="4724070"/>
              <a:ext cx="1428020" cy="215444"/>
            </a:xfrm>
            <a:prstGeom prst="rect">
              <a:avLst/>
            </a:prstGeom>
            <a:noFill/>
          </p:spPr>
          <p:txBody>
            <a:bodyPr wrap="none" lIns="0" tIns="0" rIns="0" bIns="0" rtlCol="0">
              <a:spAutoFit/>
            </a:bodyPr>
            <a:lstStyle/>
            <a:p>
              <a:pPr algn="l"/>
              <a:r>
                <a:rPr lang="en-US" sz="1400" b="1">
                  <a:solidFill>
                    <a:srgbClr val="C00000"/>
                  </a:solidFill>
                </a:rPr>
                <a:t>ADA Prevalence </a:t>
              </a:r>
            </a:p>
          </p:txBody>
        </p:sp>
        <p:sp>
          <p:nvSpPr>
            <p:cNvPr id="5" name="Right Brace 4">
              <a:extLst>
                <a:ext uri="{FF2B5EF4-FFF2-40B4-BE49-F238E27FC236}">
                  <a16:creationId xmlns:a16="http://schemas.microsoft.com/office/drawing/2014/main" id="{203DF3D7-280F-3628-CCA2-C99A00483058}"/>
                </a:ext>
              </a:extLst>
            </p:cNvPr>
            <p:cNvSpPr/>
            <p:nvPr/>
          </p:nvSpPr>
          <p:spPr>
            <a:xfrm>
              <a:off x="9485290" y="3418695"/>
              <a:ext cx="270467" cy="2826195"/>
            </a:xfrm>
            <a:prstGeom prst="rightBrace">
              <a:avLst>
                <a:gd name="adj1" fmla="val 44046"/>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2799079C-5503-A591-4AAD-D868F051E18C}"/>
              </a:ext>
            </a:extLst>
          </p:cNvPr>
          <p:cNvGrpSpPr/>
          <p:nvPr/>
        </p:nvGrpSpPr>
        <p:grpSpPr>
          <a:xfrm>
            <a:off x="9755758" y="3418694"/>
            <a:ext cx="1640829" cy="1015707"/>
            <a:chOff x="9755758" y="3418694"/>
            <a:chExt cx="1640829" cy="1015707"/>
          </a:xfrm>
        </p:grpSpPr>
        <p:sp>
          <p:nvSpPr>
            <p:cNvPr id="9" name="TextBox 8">
              <a:extLst>
                <a:ext uri="{FF2B5EF4-FFF2-40B4-BE49-F238E27FC236}">
                  <a16:creationId xmlns:a16="http://schemas.microsoft.com/office/drawing/2014/main" id="{4F44AC6A-7809-C704-4E5A-00EEA79B6432}"/>
                </a:ext>
              </a:extLst>
            </p:cNvPr>
            <p:cNvSpPr txBox="1"/>
            <p:nvPr/>
          </p:nvSpPr>
          <p:spPr>
            <a:xfrm>
              <a:off x="10140089" y="3620131"/>
              <a:ext cx="1256498" cy="215444"/>
            </a:xfrm>
            <a:prstGeom prst="rect">
              <a:avLst/>
            </a:prstGeom>
            <a:noFill/>
          </p:spPr>
          <p:txBody>
            <a:bodyPr wrap="none" lIns="0" tIns="0" rIns="0" bIns="0" rtlCol="0">
              <a:spAutoFit/>
            </a:bodyPr>
            <a:lstStyle/>
            <a:p>
              <a:pPr algn="l"/>
              <a:r>
                <a:rPr lang="en-US" sz="1400" b="1">
                  <a:solidFill>
                    <a:schemeClr val="accent1"/>
                  </a:solidFill>
                </a:rPr>
                <a:t>ADA incidence</a:t>
              </a:r>
            </a:p>
          </p:txBody>
        </p:sp>
        <p:sp>
          <p:nvSpPr>
            <p:cNvPr id="21" name="Right Brace 20">
              <a:extLst>
                <a:ext uri="{FF2B5EF4-FFF2-40B4-BE49-F238E27FC236}">
                  <a16:creationId xmlns:a16="http://schemas.microsoft.com/office/drawing/2014/main" id="{7E82EA85-9A97-B53F-1DCC-66625502959F}"/>
                </a:ext>
              </a:extLst>
            </p:cNvPr>
            <p:cNvSpPr/>
            <p:nvPr/>
          </p:nvSpPr>
          <p:spPr>
            <a:xfrm>
              <a:off x="9755758" y="3418694"/>
              <a:ext cx="272022" cy="1015707"/>
            </a:xfrm>
            <a:prstGeom prst="rightBrace">
              <a:avLst>
                <a:gd name="adj1" fmla="val 44046"/>
                <a:gd name="adj2" fmla="val 50000"/>
              </a:avLst>
            </a:prstGeo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accent1"/>
                </a:solidFill>
              </a:endParaRPr>
            </a:p>
          </p:txBody>
        </p:sp>
      </p:grpSp>
      <p:sp>
        <p:nvSpPr>
          <p:cNvPr id="25" name="TextBox 24">
            <a:extLst>
              <a:ext uri="{FF2B5EF4-FFF2-40B4-BE49-F238E27FC236}">
                <a16:creationId xmlns:a16="http://schemas.microsoft.com/office/drawing/2014/main" id="{2B743819-B26C-5E3B-8E0F-8C2B63EC63FB}"/>
              </a:ext>
            </a:extLst>
          </p:cNvPr>
          <p:cNvSpPr txBox="1"/>
          <p:nvPr/>
        </p:nvSpPr>
        <p:spPr>
          <a:xfrm>
            <a:off x="9909292" y="5576643"/>
            <a:ext cx="2027341" cy="83099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900">
                <a:solidFill>
                  <a:schemeClr val="tx2"/>
                </a:solidFill>
                <a:latin typeface="Arial"/>
              </a:rPr>
              <a:t>*some literature refer this scenario as "treatment-reduced". However, suggest not to use as this term did not reach consensus in the field. Plus, it may lead to confusion with "treatment-unaffected" where titer may be lower than baseline</a:t>
            </a:r>
            <a:endParaRPr lang="en-US" sz="900">
              <a:solidFill>
                <a:schemeClr val="tx2"/>
              </a:solidFill>
              <a:cs typeface="Arial"/>
            </a:endParaRPr>
          </a:p>
        </p:txBody>
      </p:sp>
    </p:spTree>
    <p:extLst>
      <p:ext uri="{BB962C8B-B14F-4D97-AF65-F5344CB8AC3E}">
        <p14:creationId xmlns:p14="http://schemas.microsoft.com/office/powerpoint/2010/main" val="82974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p:bldLst>
  </p:timing>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3BFE7-1C39-1D7A-7EF9-CC4A5A8F7838}"/>
              </a:ext>
            </a:extLst>
          </p:cNvPr>
          <p:cNvSpPr>
            <a:spLocks noGrp="1"/>
          </p:cNvSpPr>
          <p:nvPr>
            <p:ph type="title"/>
          </p:nvPr>
        </p:nvSpPr>
        <p:spPr/>
        <p:txBody>
          <a:bodyPr/>
          <a:lstStyle/>
          <a:p>
            <a:r>
              <a:rPr lang="en-US"/>
              <a:t>Common Analysis</a:t>
            </a:r>
          </a:p>
        </p:txBody>
      </p:sp>
      <p:sp>
        <p:nvSpPr>
          <p:cNvPr id="3" name="Table Placeholder 2">
            <a:extLst>
              <a:ext uri="{FF2B5EF4-FFF2-40B4-BE49-F238E27FC236}">
                <a16:creationId xmlns:a16="http://schemas.microsoft.com/office/drawing/2014/main" id="{04FD863A-19BB-C351-9CCB-38D6DA772474}"/>
              </a:ext>
            </a:extLst>
          </p:cNvPr>
          <p:cNvSpPr>
            <a:spLocks noGrp="1"/>
          </p:cNvSpPr>
          <p:nvPr>
            <p:ph type="tbl" sz="quarter" idx="17"/>
          </p:nvPr>
        </p:nvSpPr>
        <p:spPr>
          <a:xfrm>
            <a:off x="595313" y="1186735"/>
            <a:ext cx="10999787" cy="4391930"/>
          </a:xfrm>
        </p:spPr>
        <p:txBody>
          <a:bodyPr/>
          <a:lstStyle/>
          <a:p>
            <a:pPr marL="285750" indent="-285750">
              <a:buFont typeface="Arial" panose="020B0604020202020204" pitchFamily="34" charset="0"/>
              <a:buChar char="•"/>
            </a:pPr>
            <a:r>
              <a:rPr lang="en-US"/>
              <a:t>ADA summary</a:t>
            </a:r>
          </a:p>
          <a:p>
            <a:pPr marL="463550" lvl="2" indent="-285750"/>
            <a:r>
              <a:rPr lang="en-US" b="1"/>
              <a:t>Prevalence</a:t>
            </a:r>
            <a:r>
              <a:rPr lang="en-US"/>
              <a:t>: the proportion of all individuals having drug-reactive antibodies at any point in time (including pre-existing antibodies) during the study period.</a:t>
            </a:r>
            <a:endParaRPr lang="en-US">
              <a:cs typeface="Arial"/>
            </a:endParaRPr>
          </a:p>
          <a:p>
            <a:pPr marL="463550" lvl="2" indent="-285750"/>
            <a:r>
              <a:rPr lang="en-US" b="1"/>
              <a:t>Incidence:</a:t>
            </a:r>
            <a:r>
              <a:rPr lang="en-US"/>
              <a:t> the proportion of the study population found to have treatment-emergent ADA (induced or boosted their preexisting ADA) during the study period.</a:t>
            </a:r>
            <a:endParaRPr lang="en-US">
              <a:cs typeface="Arial"/>
            </a:endParaRPr>
          </a:p>
          <a:p>
            <a:pPr marL="463550" lvl="2" indent="-285750"/>
            <a:r>
              <a:rPr lang="en-US" b="1"/>
              <a:t>Titer</a:t>
            </a:r>
            <a:endParaRPr lang="en-US" b="1">
              <a:cs typeface="Arial"/>
            </a:endParaRPr>
          </a:p>
          <a:p>
            <a:pPr marL="463550" lvl="2" indent="-285750"/>
            <a:r>
              <a:rPr lang="en-US" err="1"/>
              <a:t>NAb</a:t>
            </a:r>
            <a:endParaRPr lang="en-US"/>
          </a:p>
          <a:p>
            <a:pPr marL="463550" lvl="2" indent="-285750"/>
            <a:r>
              <a:rPr lang="en-US"/>
              <a:t>Onset: time period between the initial administration of the biologic drug (in a study) and the first instance of treatment-induced ADA</a:t>
            </a:r>
            <a:endParaRPr lang="en-US">
              <a:cs typeface="Arial"/>
            </a:endParaRPr>
          </a:p>
          <a:p>
            <a:pPr marL="463550" lvl="2" indent="-285750"/>
            <a:r>
              <a:rPr lang="en-US"/>
              <a:t>Duration: time period between the first and last instance of treatment-induced ADA</a:t>
            </a:r>
            <a:endParaRPr lang="en-US">
              <a:cs typeface="Arial"/>
            </a:endParaRPr>
          </a:p>
          <a:p>
            <a:pPr marL="641350" lvl="3" indent="-285750"/>
            <a:r>
              <a:rPr lang="en-US"/>
              <a:t>Transient or persistent ADA: duration &lt; or ≥ 16 weeks (~5 half-life of human IgG)</a:t>
            </a:r>
            <a:endParaRPr lang="en-US">
              <a:cs typeface="Arial"/>
            </a:endParaRPr>
          </a:p>
          <a:p>
            <a:pPr marL="641350" lvl="3" indent="-285750"/>
            <a:r>
              <a:rPr lang="en-US"/>
              <a:t>For oncology products, the duration of ADA often confounded by follow up duration; more meaningful to summarize treatment, FU and ADA collection schedule &amp;duration</a:t>
            </a:r>
            <a:endParaRPr lang="en-US">
              <a:cs typeface="Arial"/>
            </a:endParaRPr>
          </a:p>
          <a:p>
            <a:pPr marL="285750" indent="-285750">
              <a:buFont typeface="Arial" panose="020B0604020202020204" pitchFamily="34" charset="0"/>
              <a:buChar char="•"/>
            </a:pPr>
            <a:r>
              <a:rPr lang="en-US"/>
              <a:t>Impact on PK</a:t>
            </a:r>
            <a:endParaRPr lang="en-US">
              <a:cs typeface="Arial"/>
            </a:endParaRPr>
          </a:p>
          <a:p>
            <a:pPr marL="463550" lvl="2" indent="-285750"/>
            <a:r>
              <a:rPr lang="en-US"/>
              <a:t>PK parameter subgroup analysis</a:t>
            </a:r>
            <a:endParaRPr lang="en-US">
              <a:cs typeface="Arial"/>
            </a:endParaRPr>
          </a:p>
          <a:p>
            <a:pPr marL="641350" lvl="3" indent="-285750"/>
            <a:r>
              <a:rPr lang="en-US"/>
              <a:t>Limitation: PK parameters usually from C1 and C3, may be before ADA onset</a:t>
            </a:r>
            <a:endParaRPr lang="en-US">
              <a:cs typeface="Arial"/>
            </a:endParaRPr>
          </a:p>
          <a:p>
            <a:pPr marL="463550" lvl="2" indent="-285750"/>
            <a:r>
              <a:rPr lang="en-US"/>
              <a:t>Graphical comparison of PK profile</a:t>
            </a:r>
            <a:endParaRPr lang="en-US">
              <a:cs typeface="Arial"/>
            </a:endParaRPr>
          </a:p>
          <a:p>
            <a:pPr marL="463550" lvl="2" indent="-285750"/>
            <a:r>
              <a:rPr lang="en-US" err="1"/>
              <a:t>popPK</a:t>
            </a:r>
            <a:r>
              <a:rPr lang="en-US"/>
              <a:t> covariate testing</a:t>
            </a:r>
            <a:endParaRPr lang="en-US">
              <a:cs typeface="Arial"/>
            </a:endParaRPr>
          </a:p>
          <a:p>
            <a:pPr marL="641350" lvl="3" indent="-285750"/>
            <a:r>
              <a:rPr lang="en-US"/>
              <a:t>As consistent or time-varying covariate </a:t>
            </a:r>
            <a:r>
              <a:rPr lang="en-US">
                <a:highlight>
                  <a:srgbClr val="FFFF00"/>
                </a:highlight>
              </a:rPr>
              <a:t> </a:t>
            </a:r>
            <a:endParaRPr lang="en-US">
              <a:highlight>
                <a:srgbClr val="FFFF00"/>
              </a:highlight>
              <a:cs typeface="Arial"/>
            </a:endParaRPr>
          </a:p>
          <a:p>
            <a:pPr marL="285750" indent="-285750">
              <a:buFont typeface="Arial" panose="020B0604020202020204" pitchFamily="34" charset="0"/>
              <a:buChar char="•"/>
            </a:pPr>
            <a:r>
              <a:rPr lang="en-US"/>
              <a:t>Impact on safety</a:t>
            </a:r>
            <a:endParaRPr lang="en-US">
              <a:cs typeface="Arial"/>
            </a:endParaRPr>
          </a:p>
          <a:p>
            <a:pPr marL="463550" lvl="2" indent="-285750"/>
            <a:r>
              <a:rPr lang="en-US"/>
              <a:t>Key AE endpoints (i.e. TEAE, AESI, immune-related AE) by ADA status</a:t>
            </a:r>
            <a:endParaRPr lang="en-US">
              <a:cs typeface="Arial"/>
            </a:endParaRPr>
          </a:p>
          <a:p>
            <a:pPr marL="285750" indent="-285750">
              <a:buFont typeface="Arial" panose="020B0604020202020204" pitchFamily="34" charset="0"/>
              <a:buChar char="•"/>
            </a:pPr>
            <a:r>
              <a:rPr lang="en-US"/>
              <a:t>Impact on efficacy</a:t>
            </a:r>
            <a:endParaRPr lang="en-US">
              <a:cs typeface="Arial"/>
            </a:endParaRPr>
          </a:p>
          <a:p>
            <a:pPr marL="463550" lvl="2" indent="-285750"/>
            <a:r>
              <a:rPr lang="en-US"/>
              <a:t>Key efficacy endpoints (i.e. ORR, PFS, OS, etc.) by ADA status</a:t>
            </a:r>
            <a:endParaRPr lang="en-US">
              <a:cs typeface="Arial"/>
            </a:endParaRP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p:txBody>
      </p:sp>
      <p:sp>
        <p:nvSpPr>
          <p:cNvPr id="4" name="TextBox 3">
            <a:extLst>
              <a:ext uri="{FF2B5EF4-FFF2-40B4-BE49-F238E27FC236}">
                <a16:creationId xmlns:a16="http://schemas.microsoft.com/office/drawing/2014/main" id="{6B578F12-2C2D-65BC-F023-B56DAAF28EEF}"/>
              </a:ext>
            </a:extLst>
          </p:cNvPr>
          <p:cNvSpPr txBox="1"/>
          <p:nvPr/>
        </p:nvSpPr>
        <p:spPr>
          <a:xfrm>
            <a:off x="4291503" y="385732"/>
            <a:ext cx="7640073" cy="646331"/>
          </a:xfrm>
          <a:prstGeom prst="rect">
            <a:avLst/>
          </a:prstGeom>
        </p:spPr>
        <p:style>
          <a:lnRef idx="1">
            <a:schemeClr val="accent2"/>
          </a:lnRef>
          <a:fillRef idx="2">
            <a:schemeClr val="accent2"/>
          </a:fillRef>
          <a:effectRef idx="1">
            <a:schemeClr val="accent2"/>
          </a:effectRef>
          <a:fontRef idx="minor">
            <a:schemeClr val="dk1"/>
          </a:fontRef>
        </p:style>
        <p:txBody>
          <a:bodyPr wrap="square" lIns="0" tIns="0" rIns="0" bIns="0" rtlCol="0">
            <a:spAutoFit/>
          </a:bodyPr>
          <a:lstStyle/>
          <a:p>
            <a:pPr algn="l"/>
            <a:r>
              <a:rPr lang="en-US" sz="1400"/>
              <a:t>Ideally, for IMPs with moderate to high immunogenicity, immunogenicity information should be summarized in the Integrated Summary of Immunogenicity (ISI), a central document for reviewers to assess all immunogenicity related information.</a:t>
            </a:r>
          </a:p>
        </p:txBody>
      </p:sp>
    </p:spTree>
    <p:extLst>
      <p:ext uri="{BB962C8B-B14F-4D97-AF65-F5344CB8AC3E}">
        <p14:creationId xmlns:p14="http://schemas.microsoft.com/office/powerpoint/2010/main" val="1104945538"/>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FCC51-459B-809E-2BEA-3285438FD1E3}"/>
              </a:ext>
            </a:extLst>
          </p:cNvPr>
          <p:cNvSpPr>
            <a:spLocks noGrp="1"/>
          </p:cNvSpPr>
          <p:nvPr>
            <p:ph type="title"/>
          </p:nvPr>
        </p:nvSpPr>
        <p:spPr/>
        <p:txBody>
          <a:bodyPr/>
          <a:lstStyle/>
          <a:p>
            <a:endParaRPr lang="en-US"/>
          </a:p>
        </p:txBody>
      </p:sp>
      <p:sp>
        <p:nvSpPr>
          <p:cNvPr id="3" name="Table Placeholder 2">
            <a:extLst>
              <a:ext uri="{FF2B5EF4-FFF2-40B4-BE49-F238E27FC236}">
                <a16:creationId xmlns:a16="http://schemas.microsoft.com/office/drawing/2014/main" id="{6E06BC83-33EA-0388-3049-FFF268F0BDDE}"/>
              </a:ext>
            </a:extLst>
          </p:cNvPr>
          <p:cNvSpPr>
            <a:spLocks noGrp="1"/>
          </p:cNvSpPr>
          <p:nvPr>
            <p:ph type="tbl" sz="quarter" idx="17"/>
          </p:nvPr>
        </p:nvSpPr>
        <p:spPr/>
        <p:txBody>
          <a:bodyPr/>
          <a:lstStyle/>
          <a:p>
            <a:endParaRPr lang="en-US"/>
          </a:p>
        </p:txBody>
      </p:sp>
      <p:pic>
        <p:nvPicPr>
          <p:cNvPr id="5" name="Picture 4">
            <a:extLst>
              <a:ext uri="{FF2B5EF4-FFF2-40B4-BE49-F238E27FC236}">
                <a16:creationId xmlns:a16="http://schemas.microsoft.com/office/drawing/2014/main" id="{C42DECD0-708B-5865-408F-EBB60050AEA0}"/>
              </a:ext>
            </a:extLst>
          </p:cNvPr>
          <p:cNvPicPr>
            <a:picLocks noChangeAspect="1"/>
          </p:cNvPicPr>
          <p:nvPr/>
        </p:nvPicPr>
        <p:blipFill>
          <a:blip r:embed="rId2"/>
          <a:stretch>
            <a:fillRect/>
          </a:stretch>
        </p:blipFill>
        <p:spPr>
          <a:xfrm>
            <a:off x="646934" y="235974"/>
            <a:ext cx="4077124" cy="6386052"/>
          </a:xfrm>
          <a:prstGeom prst="rect">
            <a:avLst/>
          </a:prstGeom>
        </p:spPr>
      </p:pic>
      <p:pic>
        <p:nvPicPr>
          <p:cNvPr id="7" name="Picture 6">
            <a:extLst>
              <a:ext uri="{FF2B5EF4-FFF2-40B4-BE49-F238E27FC236}">
                <a16:creationId xmlns:a16="http://schemas.microsoft.com/office/drawing/2014/main" id="{3FAB4853-73BF-C0C1-555E-B5A102C5BC93}"/>
              </a:ext>
            </a:extLst>
          </p:cNvPr>
          <p:cNvPicPr>
            <a:picLocks noChangeAspect="1"/>
          </p:cNvPicPr>
          <p:nvPr/>
        </p:nvPicPr>
        <p:blipFill>
          <a:blip r:embed="rId3"/>
          <a:stretch>
            <a:fillRect/>
          </a:stretch>
        </p:blipFill>
        <p:spPr>
          <a:xfrm>
            <a:off x="4724058" y="385732"/>
            <a:ext cx="3887113" cy="4041058"/>
          </a:xfrm>
          <a:prstGeom prst="rect">
            <a:avLst/>
          </a:prstGeom>
        </p:spPr>
      </p:pic>
      <p:sp>
        <p:nvSpPr>
          <p:cNvPr id="8" name="TextBox 7">
            <a:extLst>
              <a:ext uri="{FF2B5EF4-FFF2-40B4-BE49-F238E27FC236}">
                <a16:creationId xmlns:a16="http://schemas.microsoft.com/office/drawing/2014/main" id="{078E0142-F596-6E98-34AE-D2EB47999521}"/>
              </a:ext>
            </a:extLst>
          </p:cNvPr>
          <p:cNvSpPr txBox="1"/>
          <p:nvPr/>
        </p:nvSpPr>
        <p:spPr>
          <a:xfrm>
            <a:off x="8008374" y="4542503"/>
            <a:ext cx="2536723" cy="861774"/>
          </a:xfrm>
          <a:prstGeom prst="rect">
            <a:avLst/>
          </a:prstGeom>
          <a:noFill/>
        </p:spPr>
        <p:txBody>
          <a:bodyPr wrap="square" lIns="0" tIns="0" rIns="0" bIns="0" rtlCol="0">
            <a:spAutoFit/>
          </a:bodyPr>
          <a:lstStyle/>
          <a:p>
            <a:pPr algn="l"/>
            <a:r>
              <a:rPr lang="en-US" sz="2800">
                <a:solidFill>
                  <a:srgbClr val="FF0000"/>
                </a:solidFill>
                <a:highlight>
                  <a:srgbClr val="FFFF00"/>
                </a:highlight>
              </a:rPr>
              <a:t>Titer vs time plot</a:t>
            </a:r>
          </a:p>
        </p:txBody>
      </p:sp>
    </p:spTree>
    <p:extLst>
      <p:ext uri="{BB962C8B-B14F-4D97-AF65-F5344CB8AC3E}">
        <p14:creationId xmlns:p14="http://schemas.microsoft.com/office/powerpoint/2010/main" val="1868406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78892-1A94-615F-D720-7F96CADD99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3CFA5-6660-AE33-2A08-17DB20F8293B}"/>
              </a:ext>
            </a:extLst>
          </p:cNvPr>
          <p:cNvSpPr>
            <a:spLocks noGrp="1"/>
          </p:cNvSpPr>
          <p:nvPr>
            <p:ph type="ctrTitle"/>
          </p:nvPr>
        </p:nvSpPr>
        <p:spPr/>
        <p:txBody>
          <a:bodyPr/>
          <a:lstStyle/>
          <a:p>
            <a:r>
              <a:rPr lang="en-US">
                <a:cs typeface="Arial"/>
              </a:rPr>
              <a:t>Recommendations for Common Questions</a:t>
            </a:r>
            <a:endParaRPr lang="en-US"/>
          </a:p>
        </p:txBody>
      </p:sp>
    </p:spTree>
    <p:extLst>
      <p:ext uri="{BB962C8B-B14F-4D97-AF65-F5344CB8AC3E}">
        <p14:creationId xmlns:p14="http://schemas.microsoft.com/office/powerpoint/2010/main" val="3151082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9CBE9-7BE1-5103-D817-AF86500DEFE3}"/>
              </a:ext>
            </a:extLst>
          </p:cNvPr>
          <p:cNvSpPr>
            <a:spLocks noGrp="1"/>
          </p:cNvSpPr>
          <p:nvPr>
            <p:ph type="title"/>
          </p:nvPr>
        </p:nvSpPr>
        <p:spPr/>
        <p:txBody>
          <a:bodyPr/>
          <a:lstStyle/>
          <a:p>
            <a:r>
              <a:rPr lang="en-US">
                <a:cs typeface="Arial"/>
              </a:rPr>
              <a:t>Definition of Immunogenicity Analysis Set</a:t>
            </a:r>
            <a:endParaRPr lang="en-US"/>
          </a:p>
        </p:txBody>
      </p:sp>
      <p:sp>
        <p:nvSpPr>
          <p:cNvPr id="3" name="Table Placeholder 2">
            <a:extLst>
              <a:ext uri="{FF2B5EF4-FFF2-40B4-BE49-F238E27FC236}">
                <a16:creationId xmlns:a16="http://schemas.microsoft.com/office/drawing/2014/main" id="{4ABD1EB1-2986-DF4B-0A8E-81693EC13EC9}"/>
              </a:ext>
            </a:extLst>
          </p:cNvPr>
          <p:cNvSpPr>
            <a:spLocks noGrp="1"/>
          </p:cNvSpPr>
          <p:nvPr>
            <p:ph type="tbl" sz="quarter" idx="17"/>
          </p:nvPr>
        </p:nvSpPr>
        <p:spPr/>
        <p:txBody>
          <a:bodyPr/>
          <a:lstStyle/>
          <a:p>
            <a:r>
              <a:rPr lang="en-US" b="1">
                <a:cs typeface="Arial"/>
              </a:rPr>
              <a:t>Recommended definition: </a:t>
            </a:r>
            <a:r>
              <a:rPr lang="en-US">
                <a:cs typeface="Arial"/>
              </a:rPr>
              <a:t>trial participants from the FAS who have received at least one dose of</a:t>
            </a:r>
            <a:r>
              <a:rPr lang="en-US" b="1">
                <a:cs typeface="Arial"/>
              </a:rPr>
              <a:t> </a:t>
            </a:r>
            <a:r>
              <a:rPr lang="en-US">
                <a:cs typeface="Arial"/>
              </a:rPr>
              <a:t>IMP </a:t>
            </a:r>
            <a:r>
              <a:rPr lang="en-US">
                <a:latin typeface="Segoe UI"/>
                <a:cs typeface="Segoe UI"/>
              </a:rPr>
              <a:t>and with at least one valid ADA result </a:t>
            </a:r>
            <a:r>
              <a:rPr lang="en-US" b="1" u="sng">
                <a:latin typeface="Segoe UI"/>
                <a:cs typeface="Segoe UI"/>
              </a:rPr>
              <a:t>post-first dose</a:t>
            </a:r>
            <a:r>
              <a:rPr lang="en-US">
                <a:latin typeface="Segoe UI"/>
                <a:cs typeface="Segoe UI"/>
              </a:rPr>
              <a:t>. </a:t>
            </a:r>
            <a:endParaRPr lang="en-US">
              <a:cs typeface="Arial"/>
            </a:endParaRPr>
          </a:p>
          <a:p>
            <a:r>
              <a:rPr lang="en-US" b="1">
                <a:cs typeface="Arial"/>
              </a:rPr>
              <a:t>Considerations:</a:t>
            </a:r>
          </a:p>
          <a:p>
            <a:pPr marL="285750" indent="-285750">
              <a:buFont typeface="Arial"/>
              <a:buChar char="•"/>
            </a:pPr>
            <a:r>
              <a:rPr lang="en-US">
                <a:cs typeface="Arial"/>
              </a:rPr>
              <a:t>No industry consensus, several options co-exist: </a:t>
            </a:r>
          </a:p>
          <a:p>
            <a:pPr marL="285750" lvl="1" indent="-285750">
              <a:buFont typeface="Arial"/>
              <a:buChar char="•"/>
            </a:pPr>
            <a:r>
              <a:rPr lang="en-US">
                <a:cs typeface="Arial"/>
              </a:rPr>
              <a:t>Option 1: with one valid ADA any time (baseline or post-baseline)</a:t>
            </a:r>
          </a:p>
          <a:p>
            <a:pPr marL="641350" lvl="3" indent="-285750">
              <a:buFont typeface="Arial"/>
              <a:buChar char="•"/>
            </a:pPr>
            <a:r>
              <a:rPr lang="en-US">
                <a:cs typeface="Arial"/>
              </a:rPr>
              <a:t>Not recommended, as this option includes subjects with only baseline ADA but no post baseline ADA</a:t>
            </a:r>
          </a:p>
          <a:p>
            <a:pPr marL="819150" lvl="4" indent="-285750">
              <a:buFont typeface="Arial"/>
              <a:buChar char="•"/>
            </a:pPr>
            <a:r>
              <a:rPr lang="en-US">
                <a:cs typeface="Arial"/>
              </a:rPr>
              <a:t>Treatment-emergent status can not be determined if no post-baseline ADA</a:t>
            </a:r>
          </a:p>
          <a:p>
            <a:pPr marL="819150" lvl="4" indent="-285750">
              <a:buFont typeface="Arial"/>
              <a:buChar char="•"/>
            </a:pPr>
            <a:r>
              <a:rPr lang="en-US">
                <a:cs typeface="Arial"/>
              </a:rPr>
              <a:t>Should not be included in either denominator or numerator of ADA incidence calculation</a:t>
            </a:r>
          </a:p>
          <a:p>
            <a:pPr marL="1009650" lvl="5" indent="-285750">
              <a:buFont typeface="Arial"/>
              <a:buChar char="•"/>
            </a:pPr>
            <a:r>
              <a:rPr lang="en-US">
                <a:cs typeface="Arial"/>
              </a:rPr>
              <a:t>Create discrepancy when calculating ADA prevalence as they are included in the denominator </a:t>
            </a:r>
          </a:p>
          <a:p>
            <a:pPr marL="819150" lvl="4" indent="-285750">
              <a:buFont typeface="Arial"/>
              <a:buChar char="•"/>
            </a:pPr>
            <a:r>
              <a:rPr lang="en-US">
                <a:cs typeface="Arial"/>
              </a:rPr>
              <a:t>Not meaningful to interpret the impact on PK, safety, efficacy</a:t>
            </a:r>
          </a:p>
          <a:p>
            <a:pPr marL="285750" lvl="1" indent="-285750">
              <a:buFont typeface="Arial"/>
              <a:buChar char="•"/>
            </a:pPr>
            <a:r>
              <a:rPr lang="en-US">
                <a:cs typeface="Arial"/>
              </a:rPr>
              <a:t>Option 2: with at least 1 ADA post-first dose*</a:t>
            </a:r>
          </a:p>
          <a:p>
            <a:pPr marL="641350" lvl="3" indent="-285750">
              <a:buFont typeface="Arial"/>
              <a:buChar char="•"/>
            </a:pPr>
            <a:r>
              <a:rPr lang="en-US" u="sng">
                <a:cs typeface="Arial"/>
              </a:rPr>
              <a:t>Recommended definition</a:t>
            </a:r>
            <a:r>
              <a:rPr lang="en-US">
                <a:cs typeface="Arial"/>
              </a:rPr>
              <a:t>, consistent with the “ADA evaluable subject” definition in immunogenicity white paper (Shanker 2014)</a:t>
            </a:r>
          </a:p>
          <a:p>
            <a:pPr marL="641350" lvl="3" indent="-285750">
              <a:buFont typeface="Arial"/>
              <a:buChar char="•"/>
            </a:pPr>
            <a:r>
              <a:rPr lang="en-US">
                <a:cs typeface="Arial"/>
              </a:rPr>
              <a:t>Post-baseline ADA status is most relevant for PK, safety, efficacy evaluation</a:t>
            </a:r>
          </a:p>
          <a:p>
            <a:pPr marL="641350" lvl="3" indent="-285750">
              <a:buFont typeface="Arial"/>
              <a:buChar char="•"/>
            </a:pPr>
            <a:r>
              <a:rPr lang="en-US">
                <a:cs typeface="Arial"/>
              </a:rPr>
              <a:t>Baseline missing should be minimal; </a:t>
            </a:r>
            <a:r>
              <a:rPr lang="en-US">
                <a:ea typeface="Times New Roman" panose="02020603050405020304" pitchFamily="18" charset="0"/>
                <a:cs typeface="Times New Roman"/>
              </a:rPr>
              <a:t>Clin op should further reinforce site compliance if missing baseline occurs often</a:t>
            </a:r>
            <a:endParaRPr lang="en-US">
              <a:cs typeface="Arial"/>
            </a:endParaRPr>
          </a:p>
          <a:p>
            <a:pPr marL="641350" lvl="3" indent="-285750">
              <a:buFont typeface="Arial"/>
              <a:buChar char="•"/>
            </a:pPr>
            <a:r>
              <a:rPr lang="en-US">
                <a:cs typeface="Arial"/>
              </a:rPr>
              <a:t>Assume baseline missing as negative</a:t>
            </a:r>
          </a:p>
          <a:p>
            <a:pPr marL="285750" lvl="1" indent="-285750">
              <a:buFont typeface="Arial"/>
              <a:buChar char="•"/>
            </a:pPr>
            <a:r>
              <a:rPr lang="en-US">
                <a:cs typeface="Arial"/>
              </a:rPr>
              <a:t>Option 3: with a valid ADA result at baseline and at least one valid ADA result post-baseline *</a:t>
            </a:r>
          </a:p>
          <a:p>
            <a:pPr marL="641350" lvl="3" indent="-285750">
              <a:buFont typeface="Arial"/>
              <a:buChar char="•"/>
            </a:pPr>
            <a:r>
              <a:rPr lang="en-US">
                <a:cs typeface="Arial"/>
              </a:rPr>
              <a:t>Acceptable alternative option</a:t>
            </a:r>
          </a:p>
          <a:p>
            <a:pPr marL="641350" lvl="3" indent="-285750">
              <a:buFont typeface="Arial"/>
              <a:buChar char="•"/>
            </a:pPr>
            <a:r>
              <a:rPr lang="en-US">
                <a:cs typeface="Arial"/>
              </a:rPr>
              <a:t>May be useful under certain circumstances (i.e. high baseline positive rate &amp; high baseline missing) </a:t>
            </a:r>
          </a:p>
          <a:p>
            <a:pPr lvl="1"/>
            <a:r>
              <a:rPr lang="en-US">
                <a:cs typeface="Arial"/>
              </a:rPr>
              <a:t>*</a:t>
            </a:r>
            <a:r>
              <a:rPr lang="en-US" sz="1100">
                <a:cs typeface="Arial"/>
              </a:rPr>
              <a:t> For option 2 and 3, the number of pts with baseline only or with post-baseline only can be seen from summary table </a:t>
            </a:r>
            <a:r>
              <a:rPr lang="en-US" sz="1100">
                <a:cs typeface="Arial"/>
                <a:hlinkClick r:id="rId2" action="ppaction://hlinksldjump"/>
              </a:rPr>
              <a:t>“</a:t>
            </a:r>
            <a:r>
              <a:rPr lang="en-US" sz="1100">
                <a:solidFill>
                  <a:srgbClr val="000000"/>
                </a:solidFill>
                <a:latin typeface="Arial" panose="020B0604020202020204" pitchFamily="34" charset="0"/>
                <a:ea typeface="Times New Roman" panose="02020603050405020304" pitchFamily="18" charset="0"/>
                <a:cs typeface="Courier New" panose="02070309020205020404" pitchFamily="49" charset="0"/>
                <a:hlinkClick r:id="rId2" action="ppaction://hlinksldjump"/>
              </a:rPr>
              <a:t>Analysis Sets with Inclusion and Exclusion”</a:t>
            </a:r>
            <a:endParaRPr lang="en-US">
              <a:cs typeface="Arial"/>
            </a:endParaRPr>
          </a:p>
          <a:p>
            <a:endParaRPr lang="en-US">
              <a:cs typeface="Arial"/>
            </a:endParaRPr>
          </a:p>
        </p:txBody>
      </p:sp>
    </p:spTree>
    <p:extLst>
      <p:ext uri="{BB962C8B-B14F-4D97-AF65-F5344CB8AC3E}">
        <p14:creationId xmlns:p14="http://schemas.microsoft.com/office/powerpoint/2010/main" val="369408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AAAB4-741A-CE93-034F-6F1784DED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A6EA5-6C1B-7FD2-6503-65E01056BC7F}"/>
              </a:ext>
            </a:extLst>
          </p:cNvPr>
          <p:cNvSpPr>
            <a:spLocks noGrp="1"/>
          </p:cNvSpPr>
          <p:nvPr>
            <p:ph type="title"/>
          </p:nvPr>
        </p:nvSpPr>
        <p:spPr/>
        <p:txBody>
          <a:bodyPr/>
          <a:lstStyle/>
          <a:p>
            <a:r>
              <a:rPr lang="en-US" b="1"/>
              <a:t>Definition of </a:t>
            </a:r>
            <a:r>
              <a:rPr lang="en-US" b="1">
                <a:ea typeface="Times New Roman" panose="02020603050405020304" pitchFamily="18" charset="0"/>
                <a:cs typeface="Times New Roman"/>
              </a:rPr>
              <a:t>Treatment-Induced ADA</a:t>
            </a:r>
            <a:endParaRPr lang="en-US" b="1"/>
          </a:p>
        </p:txBody>
      </p:sp>
      <p:sp>
        <p:nvSpPr>
          <p:cNvPr id="3" name="Table Placeholder 2">
            <a:extLst>
              <a:ext uri="{FF2B5EF4-FFF2-40B4-BE49-F238E27FC236}">
                <a16:creationId xmlns:a16="http://schemas.microsoft.com/office/drawing/2014/main" id="{273754AC-6267-E05A-F530-2977FA9122DE}"/>
              </a:ext>
            </a:extLst>
          </p:cNvPr>
          <p:cNvSpPr>
            <a:spLocks noGrp="1"/>
          </p:cNvSpPr>
          <p:nvPr>
            <p:ph type="tbl" sz="quarter" idx="17"/>
          </p:nvPr>
        </p:nvSpPr>
        <p:spPr>
          <a:xfrm>
            <a:off x="595313" y="1402107"/>
            <a:ext cx="10999787" cy="4391930"/>
          </a:xfrm>
        </p:spPr>
        <p:txBody>
          <a:bodyPr/>
          <a:lstStyle/>
          <a:p>
            <a:r>
              <a:rPr lang="en-US" b="1">
                <a:cs typeface="Arial"/>
              </a:rPr>
              <a:t>Recommended definition: </a:t>
            </a:r>
          </a:p>
          <a:p>
            <a:r>
              <a:rPr lang="en-US">
                <a:ea typeface="Times New Roman" panose="02020603050405020304" pitchFamily="18" charset="0"/>
                <a:cs typeface="Arial"/>
              </a:rPr>
              <a:t>Treatment induced ADA (at sample level) is defined as a</a:t>
            </a:r>
            <a:r>
              <a:rPr lang="en-US">
                <a:ea typeface="Times New Roman" panose="02020603050405020304" pitchFamily="18" charset="0"/>
                <a:cs typeface="Times New Roman"/>
              </a:rPr>
              <a:t> sample that is reported as positive after trial treatment administration in a participant </a:t>
            </a:r>
            <a:r>
              <a:rPr lang="en-US" u="sng">
                <a:ea typeface="Times New Roman" panose="02020603050405020304" pitchFamily="18" charset="0"/>
                <a:cs typeface="Times New Roman"/>
              </a:rPr>
              <a:t>with no pre-treatment ADA positive samples</a:t>
            </a:r>
            <a:r>
              <a:rPr lang="en-US">
                <a:ea typeface="Times New Roman" panose="02020603050405020304" pitchFamily="18" charset="0"/>
                <a:cs typeface="Times New Roman"/>
              </a:rPr>
              <a:t>.</a:t>
            </a:r>
          </a:p>
          <a:p>
            <a:pPr marL="463550" lvl="2" indent="-285750"/>
            <a:r>
              <a:rPr lang="en-US">
                <a:ea typeface="Times New Roman" panose="02020603050405020304" pitchFamily="18" charset="0"/>
                <a:cs typeface="Times New Roman"/>
              </a:rPr>
              <a:t>“no pre-treatment ADA positive samples” include the scenario of baseline missing </a:t>
            </a:r>
            <a:r>
              <a:rPr lang="en-US">
                <a:ea typeface="Times New Roman" panose="02020603050405020304" pitchFamily="18" charset="0"/>
                <a:cs typeface="Arial"/>
              </a:rPr>
              <a:t>if the immunogenicity analysis set option 2 definition is used (with </a:t>
            </a:r>
            <a:r>
              <a:rPr lang="en-US">
                <a:cs typeface="Arial"/>
              </a:rPr>
              <a:t>at least 1 ADA post-first dose)</a:t>
            </a:r>
          </a:p>
          <a:p>
            <a:pPr marL="641350" lvl="3" indent="-285750"/>
            <a:r>
              <a:rPr lang="en-US">
                <a:cs typeface="Arial"/>
              </a:rPr>
              <a:t>Baseline ADA positive rate generally in low to moderate range for oncology patients</a:t>
            </a:r>
          </a:p>
          <a:p>
            <a:pPr marL="641350" lvl="3" indent="-285750"/>
            <a:r>
              <a:rPr lang="en-US">
                <a:cs typeface="Arial"/>
              </a:rPr>
              <a:t>may consider revising it to “negative pre-treatment ADA samples” if baseline ADA positive rate is high (i.e. &gt;50%)</a:t>
            </a:r>
          </a:p>
          <a:p>
            <a:pPr marL="463550" lvl="2" indent="-285750"/>
            <a:r>
              <a:rPr lang="en-US">
                <a:ea typeface="Times New Roman" panose="02020603050405020304" pitchFamily="18" charset="0"/>
                <a:cs typeface="Arial"/>
              </a:rPr>
              <a:t>The definition is also valid if the immunogenicity analysis set option 3 is used (</a:t>
            </a:r>
            <a:r>
              <a:rPr lang="en-US">
                <a:cs typeface="Arial"/>
              </a:rPr>
              <a:t>with a valid ADA result at baseline and at least one valid ADA result post-baseline)</a:t>
            </a:r>
            <a:endParaRPr lang="en-US">
              <a:ea typeface="Times New Roman" panose="02020603050405020304" pitchFamily="18" charset="0"/>
              <a:cs typeface="Times New Roman"/>
            </a:endParaRPr>
          </a:p>
          <a:p>
            <a:endParaRPr lang="en-US" b="1"/>
          </a:p>
          <a:p>
            <a:endParaRPr lang="en-US" b="1"/>
          </a:p>
          <a:p>
            <a:endParaRPr lang="en-US" sz="1400" b="1"/>
          </a:p>
          <a:p>
            <a:endParaRPr lang="en-US" sz="1400" b="1"/>
          </a:p>
          <a:p>
            <a:endParaRPr lang="en-US"/>
          </a:p>
        </p:txBody>
      </p:sp>
    </p:spTree>
    <p:extLst>
      <p:ext uri="{BB962C8B-B14F-4D97-AF65-F5344CB8AC3E}">
        <p14:creationId xmlns:p14="http://schemas.microsoft.com/office/powerpoint/2010/main" val="661012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2EFCD-3313-0EAA-7BC3-886E004E5020}"/>
              </a:ext>
            </a:extLst>
          </p:cNvPr>
          <p:cNvSpPr>
            <a:spLocks noGrp="1"/>
          </p:cNvSpPr>
          <p:nvPr>
            <p:ph type="title"/>
          </p:nvPr>
        </p:nvSpPr>
        <p:spPr/>
        <p:txBody>
          <a:bodyPr/>
          <a:lstStyle/>
          <a:p>
            <a:r>
              <a:rPr lang="en-US" b="1">
                <a:latin typeface="Arial" panose="020B0604020202020204" pitchFamily="34" charset="0"/>
                <a:cs typeface="Times New Roman" panose="02020603050405020304" pitchFamily="18" charset="0"/>
              </a:rPr>
              <a:t>Subject Level Subgroup Analysis for Evaluating ADA’s Impact on PK, Efficacy and Safety</a:t>
            </a:r>
            <a:endParaRPr lang="en-US"/>
          </a:p>
        </p:txBody>
      </p:sp>
      <p:sp>
        <p:nvSpPr>
          <p:cNvPr id="3" name="Table Placeholder 2">
            <a:extLst>
              <a:ext uri="{FF2B5EF4-FFF2-40B4-BE49-F238E27FC236}">
                <a16:creationId xmlns:a16="http://schemas.microsoft.com/office/drawing/2014/main" id="{5740813D-B08D-02A4-F678-16BE914E4B63}"/>
              </a:ext>
            </a:extLst>
          </p:cNvPr>
          <p:cNvSpPr>
            <a:spLocks noGrp="1"/>
          </p:cNvSpPr>
          <p:nvPr>
            <p:ph type="tbl" sz="quarter" idx="17"/>
          </p:nvPr>
        </p:nvSpPr>
        <p:spPr/>
        <p:txBody>
          <a:bodyPr/>
          <a:lstStyle/>
          <a:p>
            <a:pPr marL="285750" indent="-285750">
              <a:buFont typeface="Arial" panose="020B0604020202020204" pitchFamily="34" charset="0"/>
              <a:buChar char="•"/>
            </a:pPr>
            <a:r>
              <a:rPr lang="en-US">
                <a:latin typeface="Arial" panose="020B0604020202020204" pitchFamily="34" charset="0"/>
                <a:cs typeface="Times New Roman" panose="02020603050405020304" pitchFamily="18" charset="0"/>
              </a:rPr>
              <a:t>A clear definition is needed for what is considered as “ADA positive/negative trial participants” when </a:t>
            </a:r>
            <a:r>
              <a:rPr lang="en-US"/>
              <a:t>assessing</a:t>
            </a:r>
            <a:r>
              <a:rPr lang="en-US">
                <a:latin typeface="Arial" panose="020B0604020202020204" pitchFamily="34" charset="0"/>
                <a:cs typeface="Times New Roman" panose="02020603050405020304" pitchFamily="18" charset="0"/>
              </a:rPr>
              <a:t> ADA’s impact on PK, efficacy, and safety:</a:t>
            </a:r>
          </a:p>
          <a:p>
            <a:r>
              <a:rPr lang="en-US" b="1">
                <a:latin typeface="Arial" panose="020B0604020202020204" pitchFamily="34" charset="0"/>
                <a:cs typeface="Times New Roman" panose="02020603050405020304" pitchFamily="18" charset="0"/>
              </a:rPr>
              <a:t> </a:t>
            </a:r>
            <a:endParaRPr lang="en-US"/>
          </a:p>
          <a:p>
            <a:pPr marL="342900" indent="-342900">
              <a:buFont typeface="Arial"/>
              <a:buChar char="•"/>
            </a:pPr>
            <a:endParaRPr lang="en-US" b="1">
              <a:latin typeface="Arial" panose="020B0604020202020204" pitchFamily="34" charset="0"/>
              <a:cs typeface="Times New Roman" panose="02020603050405020304" pitchFamily="18" charset="0"/>
            </a:endParaRPr>
          </a:p>
          <a:p>
            <a:r>
              <a:rPr lang="en-US" b="1">
                <a:latin typeface="Arial" panose="020B0604020202020204" pitchFamily="34" charset="0"/>
                <a:cs typeface="Times New Roman" panose="02020603050405020304" pitchFamily="18" charset="0"/>
              </a:rPr>
              <a:t>	</a:t>
            </a:r>
          </a:p>
          <a:p>
            <a:pPr marL="355600" lvl="4" indent="0">
              <a:buNone/>
            </a:pPr>
            <a:endParaRPr lang="en-US">
              <a:latin typeface="Arial" panose="020B0604020202020204" pitchFamily="34" charset="0"/>
              <a:cs typeface="Times New Roman" panose="02020603050405020304" pitchFamily="18" charset="0"/>
            </a:endParaRPr>
          </a:p>
          <a:p>
            <a:pPr marL="171450" lvl="1" indent="-171450">
              <a:buFont typeface="Arial" panose="020B0604020202020204" pitchFamily="34" charset="0"/>
              <a:buChar char="•"/>
            </a:pPr>
            <a:r>
              <a:rPr lang="en-US" sz="1400">
                <a:latin typeface="Arial" panose="020B0604020202020204" pitchFamily="34" charset="0"/>
                <a:cs typeface="Times New Roman" panose="02020603050405020304" pitchFamily="18" charset="0"/>
              </a:rPr>
              <a:t>Several options may be considered:</a:t>
            </a:r>
          </a:p>
          <a:p>
            <a:pPr marL="355600" lvl="4" indent="0">
              <a:buNone/>
            </a:pPr>
            <a:r>
              <a:rPr lang="en-US">
                <a:latin typeface="Arial" panose="020B0604020202020204" pitchFamily="34" charset="0"/>
                <a:cs typeface="Times New Roman" panose="02020603050405020304" pitchFamily="18" charset="0"/>
              </a:rPr>
              <a:t>Option 1: subjects with treatment-emergent ADA (Shankar 2014, the “ADA-incidence” population)</a:t>
            </a:r>
          </a:p>
          <a:p>
            <a:pPr marL="355600" lvl="4" indent="0">
              <a:buNone/>
            </a:pPr>
            <a:r>
              <a:rPr lang="en-US">
                <a:latin typeface="Arial"/>
                <a:cs typeface="Times New Roman"/>
              </a:rPr>
              <a:t>Option 2: subjects with positive ADA at any time post baseline (post-baseline positive)</a:t>
            </a:r>
            <a:endParaRPr lang="en-US">
              <a:latin typeface="Arial" panose="020B0604020202020204" pitchFamily="34" charset="0"/>
              <a:cs typeface="Times New Roman" panose="02020603050405020304" pitchFamily="18" charset="0"/>
            </a:endParaRPr>
          </a:p>
          <a:p>
            <a:pPr marL="355600" lvl="4" indent="0">
              <a:buNone/>
            </a:pPr>
            <a:r>
              <a:rPr lang="en-US">
                <a:latin typeface="Arial" panose="020B0604020202020204" pitchFamily="34" charset="0"/>
                <a:cs typeface="Times New Roman" panose="02020603050405020304" pitchFamily="18" charset="0"/>
              </a:rPr>
              <a:t>Option 3: subjects with positive ADA any time (at either baseline or post baseline, the “ADA-prevalence” population)</a:t>
            </a:r>
            <a:br>
              <a:rPr lang="en-US" sz="900">
                <a:latin typeface="Arial" panose="020B0604020202020204" pitchFamily="34" charset="0"/>
                <a:cs typeface="Times New Roman" panose="02020603050405020304" pitchFamily="18" charset="0"/>
              </a:rPr>
            </a:br>
            <a:r>
              <a:rPr lang="en-US" sz="900">
                <a:latin typeface="Arial" panose="020B0604020202020204" pitchFamily="34" charset="0"/>
                <a:cs typeface="Times New Roman" panose="02020603050405020304" pitchFamily="18" charset="0"/>
              </a:rPr>
              <a:t>                     Brolucizumab review, section </a:t>
            </a:r>
            <a:r>
              <a:rPr lang="en-US" sz="900">
                <a:latin typeface="Arial" panose="020B0604020202020204" pitchFamily="34" charset="0"/>
                <a:cs typeface="Times New Roman" panose="02020603050405020304" pitchFamily="18" charset="0"/>
                <a:hlinkClick r:id="rId3"/>
              </a:rPr>
              <a:t>4.3 Immunogenicity Evaluation: Reviewer’s Analyses</a:t>
            </a:r>
            <a:endParaRPr lang="en-US">
              <a:latin typeface="Arial" panose="020B0604020202020204" pitchFamily="34" charset="0"/>
              <a:cs typeface="Times New Roman" panose="02020603050405020304" pitchFamily="18" charset="0"/>
            </a:endParaRPr>
          </a:p>
          <a:p>
            <a:r>
              <a:rPr lang="en-US" b="1" u="sng">
                <a:latin typeface="Arial"/>
                <a:cs typeface="Times New Roman"/>
              </a:rPr>
              <a:t>Recommendation</a:t>
            </a:r>
            <a:r>
              <a:rPr lang="en-US">
                <a:latin typeface="Arial"/>
                <a:cs typeface="Times New Roman"/>
              </a:rPr>
              <a:t>: </a:t>
            </a:r>
          </a:p>
          <a:p>
            <a:pPr marL="285750" indent="-285750">
              <a:buFont typeface="Arial"/>
              <a:buChar char="•"/>
            </a:pPr>
            <a:r>
              <a:rPr lang="en-US">
                <a:latin typeface="Arial"/>
                <a:cs typeface="Times New Roman"/>
              </a:rPr>
              <a:t>Default is option 1, although option 2 or 3 may also be explored depending on data (i.e. if the % of treatment-unaffected or baseline-positive only is high)</a:t>
            </a:r>
          </a:p>
          <a:p>
            <a:pPr marL="285750" indent="-285750">
              <a:buFont typeface="Arial"/>
              <a:buChar char="•"/>
            </a:pPr>
            <a:r>
              <a:rPr lang="en-US">
                <a:cs typeface="Arial"/>
              </a:rPr>
              <a:t>Not necessary to define "ADA positive/negative" in protocol/SAP or assess ADA impact on PK/efficacy/safety at study level, particularly for early phase study</a:t>
            </a:r>
          </a:p>
          <a:p>
            <a:pPr marL="463550" lvl="2" indent="-285750"/>
            <a:r>
              <a:rPr lang="en-US">
                <a:cs typeface="Arial"/>
              </a:rPr>
              <a:t>Use language such as “ The effect of ADA… </a:t>
            </a:r>
            <a:r>
              <a:rPr lang="en-US"/>
              <a:t>will be evaluated by summarizing the key efficacy and safety endpoints </a:t>
            </a:r>
            <a:r>
              <a:rPr lang="en-US" u="sng"/>
              <a:t>by ADA status of the trial participants</a:t>
            </a:r>
            <a:r>
              <a:rPr lang="en-US"/>
              <a:t>” in contrast to “ in ADA positive trial participants and ADA negative trial participants”.</a:t>
            </a:r>
          </a:p>
          <a:p>
            <a:pPr lvl="0"/>
            <a:endParaRPr lang="en-US"/>
          </a:p>
          <a:p>
            <a:pPr marL="285750" indent="-285750">
              <a:buFont typeface="Arial"/>
              <a:buChar char="•"/>
            </a:pPr>
            <a:endParaRPr lang="en-US">
              <a:cs typeface="Arial"/>
            </a:endParaRPr>
          </a:p>
          <a:p>
            <a:pPr marL="285750" indent="-285750">
              <a:buFont typeface="Arial"/>
              <a:buChar char="•"/>
            </a:pPr>
            <a:endParaRPr lang="en-US">
              <a:latin typeface="Arial" panose="020B0604020202020204" pitchFamily="34" charset="0"/>
              <a:cs typeface="Times New Roman" panose="02020603050405020304" pitchFamily="18" charset="0"/>
            </a:endParaRPr>
          </a:p>
          <a:p>
            <a:endParaRPr lang="en-US">
              <a:latin typeface="Arial" panose="020B0604020202020204" pitchFamily="34" charset="0"/>
              <a:cs typeface="Times New Roman" panose="02020603050405020304" pitchFamily="18" charset="0"/>
            </a:endParaRPr>
          </a:p>
          <a:p>
            <a:endParaRPr lang="en-US"/>
          </a:p>
          <a:p>
            <a:endParaRPr lang="en-US"/>
          </a:p>
          <a:p>
            <a:endParaRPr lang="en-US"/>
          </a:p>
          <a:p>
            <a:endParaRPr lang="en-US"/>
          </a:p>
          <a:p>
            <a:endParaRPr lang="en-US"/>
          </a:p>
          <a:p>
            <a:endParaRPr lang="en-US"/>
          </a:p>
          <a:p>
            <a:endParaRPr lang="en-US">
              <a:cs typeface="Arial"/>
            </a:endParaRPr>
          </a:p>
        </p:txBody>
      </p:sp>
      <p:sp>
        <p:nvSpPr>
          <p:cNvPr id="4" name="TextBox 3">
            <a:extLst>
              <a:ext uri="{FF2B5EF4-FFF2-40B4-BE49-F238E27FC236}">
                <a16:creationId xmlns:a16="http://schemas.microsoft.com/office/drawing/2014/main" id="{16717625-B105-6B37-C418-DB22E69C116E}"/>
              </a:ext>
            </a:extLst>
          </p:cNvPr>
          <p:cNvSpPr txBox="1"/>
          <p:nvPr/>
        </p:nvSpPr>
        <p:spPr>
          <a:xfrm>
            <a:off x="1441888" y="2243725"/>
            <a:ext cx="9119283" cy="923330"/>
          </a:xfrm>
          <a:prstGeom prst="rect">
            <a:avLst/>
          </a:prstGeom>
          <a:noFill/>
        </p:spPr>
        <p:txBody>
          <a:bodyPr wrap="square" lIns="0" tIns="0" rIns="0" bIns="0" rtlCol="0">
            <a:spAutoFit/>
          </a:bodyPr>
          <a:lstStyle/>
          <a:p>
            <a:pPr algn="l"/>
            <a:r>
              <a:rPr lang="en-US" sz="1400" i="1">
                <a:solidFill>
                  <a:srgbClr val="0070C0"/>
                </a:solidFill>
              </a:rPr>
              <a:t>Existing languages in certain BNT protocols/SAPs</a:t>
            </a:r>
          </a:p>
          <a:p>
            <a:endParaRPr lang="en-US" sz="600">
              <a:cs typeface="Arial"/>
            </a:endParaRPr>
          </a:p>
          <a:p>
            <a:r>
              <a:rPr lang="en-US" sz="1200">
                <a:cs typeface="Arial"/>
              </a:rPr>
              <a:t>The effect of ADA on efficacy and safety, if data available, </a:t>
            </a:r>
            <a:r>
              <a:rPr lang="en-US" sz="1200"/>
              <a:t>will be evaluated by summarizing the key efficacy and safety endpoints in the ADA positive trial participants and ADA negative trial participants</a:t>
            </a:r>
          </a:p>
          <a:p>
            <a:endParaRPr lang="en-US" sz="1400" i="1">
              <a:solidFill>
                <a:srgbClr val="0070C0"/>
              </a:solidFill>
            </a:endParaRPr>
          </a:p>
        </p:txBody>
      </p:sp>
    </p:spTree>
    <p:extLst>
      <p:ext uri="{BB962C8B-B14F-4D97-AF65-F5344CB8AC3E}">
        <p14:creationId xmlns:p14="http://schemas.microsoft.com/office/powerpoint/2010/main" val="561793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12AF65D-040A-7AA2-5F8A-1F42E4109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6A566-62C4-626D-49F6-85172A8F3A9E}"/>
              </a:ext>
            </a:extLst>
          </p:cNvPr>
          <p:cNvSpPr>
            <a:spLocks noGrp="1"/>
          </p:cNvSpPr>
          <p:nvPr>
            <p:ph type="title"/>
          </p:nvPr>
        </p:nvSpPr>
        <p:spPr/>
        <p:txBody>
          <a:bodyPr/>
          <a:lstStyle/>
          <a:p>
            <a:r>
              <a:rPr lang="en-US"/>
              <a:t>ADA Categorization Diagram (Option 1) </a:t>
            </a:r>
          </a:p>
        </p:txBody>
      </p:sp>
      <p:sp>
        <p:nvSpPr>
          <p:cNvPr id="4" name="Rectangle 3">
            <a:extLst>
              <a:ext uri="{FF2B5EF4-FFF2-40B4-BE49-F238E27FC236}">
                <a16:creationId xmlns:a16="http://schemas.microsoft.com/office/drawing/2014/main" id="{656C52BC-A881-CBD2-6982-11E16C4BCC7E}"/>
              </a:ext>
            </a:extLst>
          </p:cNvPr>
          <p:cNvSpPr/>
          <p:nvPr/>
        </p:nvSpPr>
        <p:spPr>
          <a:xfrm>
            <a:off x="595313" y="1614615"/>
            <a:ext cx="2223707" cy="4663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Pre-treatment ADA Status</a:t>
            </a:r>
          </a:p>
        </p:txBody>
      </p:sp>
      <p:sp>
        <p:nvSpPr>
          <p:cNvPr id="6" name="Rectangle 5">
            <a:extLst>
              <a:ext uri="{FF2B5EF4-FFF2-40B4-BE49-F238E27FC236}">
                <a16:creationId xmlns:a16="http://schemas.microsoft.com/office/drawing/2014/main" id="{CA7D016B-E5D4-A4D8-502E-B362A12CEF3B}"/>
              </a:ext>
            </a:extLst>
          </p:cNvPr>
          <p:cNvSpPr/>
          <p:nvPr/>
        </p:nvSpPr>
        <p:spPr>
          <a:xfrm>
            <a:off x="3467991" y="1614615"/>
            <a:ext cx="2223707" cy="4663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Post drug administration ADA Status</a:t>
            </a:r>
          </a:p>
        </p:txBody>
      </p:sp>
      <p:sp>
        <p:nvSpPr>
          <p:cNvPr id="7" name="Rectangle 6">
            <a:extLst>
              <a:ext uri="{FF2B5EF4-FFF2-40B4-BE49-F238E27FC236}">
                <a16:creationId xmlns:a16="http://schemas.microsoft.com/office/drawing/2014/main" id="{BD6F077E-36FD-C836-940E-BA71D36003DF}"/>
              </a:ext>
            </a:extLst>
          </p:cNvPr>
          <p:cNvSpPr/>
          <p:nvPr/>
        </p:nvSpPr>
        <p:spPr>
          <a:xfrm>
            <a:off x="6825814" y="1614615"/>
            <a:ext cx="2223707" cy="4663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ADA Categorization</a:t>
            </a:r>
          </a:p>
        </p:txBody>
      </p:sp>
      <p:sp>
        <p:nvSpPr>
          <p:cNvPr id="8" name="Rectangle 7">
            <a:extLst>
              <a:ext uri="{FF2B5EF4-FFF2-40B4-BE49-F238E27FC236}">
                <a16:creationId xmlns:a16="http://schemas.microsoft.com/office/drawing/2014/main" id="{2DF5E54B-CBFD-216D-0272-A43F9E4E5E7F}"/>
              </a:ext>
            </a:extLst>
          </p:cNvPr>
          <p:cNvSpPr/>
          <p:nvPr/>
        </p:nvSpPr>
        <p:spPr>
          <a:xfrm>
            <a:off x="595313" y="277590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Negative</a:t>
            </a:r>
          </a:p>
        </p:txBody>
      </p:sp>
      <p:sp>
        <p:nvSpPr>
          <p:cNvPr id="10" name="Rectangle 9">
            <a:extLst>
              <a:ext uri="{FF2B5EF4-FFF2-40B4-BE49-F238E27FC236}">
                <a16:creationId xmlns:a16="http://schemas.microsoft.com/office/drawing/2014/main" id="{C2E3DEED-C494-922E-CD38-0C9BB352CB90}"/>
              </a:ext>
            </a:extLst>
          </p:cNvPr>
          <p:cNvSpPr/>
          <p:nvPr/>
        </p:nvSpPr>
        <p:spPr>
          <a:xfrm>
            <a:off x="595313" y="5111627"/>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 titer=n</a:t>
            </a:r>
          </a:p>
        </p:txBody>
      </p:sp>
      <p:sp>
        <p:nvSpPr>
          <p:cNvPr id="11" name="Rectangle 10">
            <a:extLst>
              <a:ext uri="{FF2B5EF4-FFF2-40B4-BE49-F238E27FC236}">
                <a16:creationId xmlns:a16="http://schemas.microsoft.com/office/drawing/2014/main" id="{6EC4C1DE-565E-5C40-D4AA-7340E0F68CB2}"/>
              </a:ext>
            </a:extLst>
          </p:cNvPr>
          <p:cNvSpPr/>
          <p:nvPr/>
        </p:nvSpPr>
        <p:spPr>
          <a:xfrm>
            <a:off x="3467991" y="238043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Negative</a:t>
            </a:r>
          </a:p>
        </p:txBody>
      </p:sp>
      <p:sp>
        <p:nvSpPr>
          <p:cNvPr id="12" name="Rectangle 11">
            <a:extLst>
              <a:ext uri="{FF2B5EF4-FFF2-40B4-BE49-F238E27FC236}">
                <a16:creationId xmlns:a16="http://schemas.microsoft.com/office/drawing/2014/main" id="{48E1F38B-0578-031F-2A9B-A5EF3D9AF63B}"/>
              </a:ext>
            </a:extLst>
          </p:cNvPr>
          <p:cNvSpPr/>
          <p:nvPr/>
        </p:nvSpPr>
        <p:spPr>
          <a:xfrm>
            <a:off x="3467991" y="3290831"/>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a:t>
            </a:r>
          </a:p>
        </p:txBody>
      </p:sp>
      <p:sp>
        <p:nvSpPr>
          <p:cNvPr id="13" name="Rectangle 12">
            <a:extLst>
              <a:ext uri="{FF2B5EF4-FFF2-40B4-BE49-F238E27FC236}">
                <a16:creationId xmlns:a16="http://schemas.microsoft.com/office/drawing/2014/main" id="{B2FB884F-D12A-6DF3-52D6-002340D8760A}"/>
              </a:ext>
            </a:extLst>
          </p:cNvPr>
          <p:cNvSpPr/>
          <p:nvPr/>
        </p:nvSpPr>
        <p:spPr>
          <a:xfrm>
            <a:off x="3467991" y="4201229"/>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 titer &gt; x*n</a:t>
            </a:r>
          </a:p>
        </p:txBody>
      </p:sp>
      <p:sp>
        <p:nvSpPr>
          <p:cNvPr id="14" name="Rectangle 13">
            <a:extLst>
              <a:ext uri="{FF2B5EF4-FFF2-40B4-BE49-F238E27FC236}">
                <a16:creationId xmlns:a16="http://schemas.microsoft.com/office/drawing/2014/main" id="{C88F3B41-9849-D180-6B1A-1327C7B15B09}"/>
              </a:ext>
            </a:extLst>
          </p:cNvPr>
          <p:cNvSpPr/>
          <p:nvPr/>
        </p:nvSpPr>
        <p:spPr>
          <a:xfrm>
            <a:off x="3467991" y="5111627"/>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 titer ≤x*n</a:t>
            </a:r>
          </a:p>
        </p:txBody>
      </p:sp>
      <p:sp>
        <p:nvSpPr>
          <p:cNvPr id="15" name="Rectangle 14">
            <a:extLst>
              <a:ext uri="{FF2B5EF4-FFF2-40B4-BE49-F238E27FC236}">
                <a16:creationId xmlns:a16="http://schemas.microsoft.com/office/drawing/2014/main" id="{2071042F-8D67-95D6-B8E0-3D3BF445B45B}"/>
              </a:ext>
            </a:extLst>
          </p:cNvPr>
          <p:cNvSpPr/>
          <p:nvPr/>
        </p:nvSpPr>
        <p:spPr>
          <a:xfrm>
            <a:off x="3467991" y="602202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Negative</a:t>
            </a:r>
          </a:p>
        </p:txBody>
      </p:sp>
      <p:sp>
        <p:nvSpPr>
          <p:cNvPr id="16" name="Rectangle 15">
            <a:extLst>
              <a:ext uri="{FF2B5EF4-FFF2-40B4-BE49-F238E27FC236}">
                <a16:creationId xmlns:a16="http://schemas.microsoft.com/office/drawing/2014/main" id="{1CF70840-5955-2B2D-FFDB-3FD51D2A9AEF}"/>
              </a:ext>
            </a:extLst>
          </p:cNvPr>
          <p:cNvSpPr/>
          <p:nvPr/>
        </p:nvSpPr>
        <p:spPr>
          <a:xfrm>
            <a:off x="6825814" y="238043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ADA negative</a:t>
            </a:r>
          </a:p>
        </p:txBody>
      </p:sp>
      <p:sp>
        <p:nvSpPr>
          <p:cNvPr id="17" name="Rectangle 16">
            <a:extLst>
              <a:ext uri="{FF2B5EF4-FFF2-40B4-BE49-F238E27FC236}">
                <a16:creationId xmlns:a16="http://schemas.microsoft.com/office/drawing/2014/main" id="{2549F4E2-1183-40F6-7363-2D56D69A60AE}"/>
              </a:ext>
            </a:extLst>
          </p:cNvPr>
          <p:cNvSpPr/>
          <p:nvPr/>
        </p:nvSpPr>
        <p:spPr>
          <a:xfrm>
            <a:off x="6825814" y="3290831"/>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Treatment-induced</a:t>
            </a:r>
          </a:p>
        </p:txBody>
      </p:sp>
      <p:sp>
        <p:nvSpPr>
          <p:cNvPr id="18" name="Rectangle 17">
            <a:extLst>
              <a:ext uri="{FF2B5EF4-FFF2-40B4-BE49-F238E27FC236}">
                <a16:creationId xmlns:a16="http://schemas.microsoft.com/office/drawing/2014/main" id="{CE31F9A2-BC8B-A97B-C04D-DA488F079DEE}"/>
              </a:ext>
            </a:extLst>
          </p:cNvPr>
          <p:cNvSpPr/>
          <p:nvPr/>
        </p:nvSpPr>
        <p:spPr>
          <a:xfrm>
            <a:off x="6825814" y="4201229"/>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Treatment-boosted</a:t>
            </a:r>
          </a:p>
        </p:txBody>
      </p:sp>
      <p:sp>
        <p:nvSpPr>
          <p:cNvPr id="19" name="Rectangle 18">
            <a:extLst>
              <a:ext uri="{FF2B5EF4-FFF2-40B4-BE49-F238E27FC236}">
                <a16:creationId xmlns:a16="http://schemas.microsoft.com/office/drawing/2014/main" id="{7F8843EF-9837-0462-1AC3-E011614F2035}"/>
              </a:ext>
            </a:extLst>
          </p:cNvPr>
          <p:cNvSpPr/>
          <p:nvPr/>
        </p:nvSpPr>
        <p:spPr>
          <a:xfrm>
            <a:off x="6825814" y="5111627"/>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Treatment-unaffected</a:t>
            </a:r>
          </a:p>
        </p:txBody>
      </p:sp>
      <p:sp>
        <p:nvSpPr>
          <p:cNvPr id="20" name="Rectangle 19">
            <a:extLst>
              <a:ext uri="{FF2B5EF4-FFF2-40B4-BE49-F238E27FC236}">
                <a16:creationId xmlns:a16="http://schemas.microsoft.com/office/drawing/2014/main" id="{EB7C8E32-61B7-C291-4559-35D10D3B2527}"/>
              </a:ext>
            </a:extLst>
          </p:cNvPr>
          <p:cNvSpPr/>
          <p:nvPr/>
        </p:nvSpPr>
        <p:spPr>
          <a:xfrm>
            <a:off x="6825814" y="602202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Baseline-positive only/treatment-reduced</a:t>
            </a:r>
          </a:p>
        </p:txBody>
      </p:sp>
      <p:cxnSp>
        <p:nvCxnSpPr>
          <p:cNvPr id="22" name="Straight Arrow Connector 21">
            <a:extLst>
              <a:ext uri="{FF2B5EF4-FFF2-40B4-BE49-F238E27FC236}">
                <a16:creationId xmlns:a16="http://schemas.microsoft.com/office/drawing/2014/main" id="{FC908A93-69ED-1DF3-8069-537CF2BB4F7B}"/>
              </a:ext>
            </a:extLst>
          </p:cNvPr>
          <p:cNvCxnSpPr>
            <a:stCxn id="8" idx="3"/>
            <a:endCxn id="11" idx="1"/>
          </p:cNvCxnSpPr>
          <p:nvPr/>
        </p:nvCxnSpPr>
        <p:spPr>
          <a:xfrm flipV="1">
            <a:off x="2819020" y="2613605"/>
            <a:ext cx="648971" cy="39547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57D3B5B4-9DDA-A474-1A17-95A4E9B20B49}"/>
              </a:ext>
            </a:extLst>
          </p:cNvPr>
          <p:cNvCxnSpPr>
            <a:stCxn id="10" idx="3"/>
            <a:endCxn id="13" idx="1"/>
          </p:cNvCxnSpPr>
          <p:nvPr/>
        </p:nvCxnSpPr>
        <p:spPr>
          <a:xfrm flipV="1">
            <a:off x="2819020" y="4434401"/>
            <a:ext cx="648971" cy="91039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33CF2ECD-307D-0589-326C-9EAAA0A3186A}"/>
              </a:ext>
            </a:extLst>
          </p:cNvPr>
          <p:cNvCxnSpPr>
            <a:stCxn id="10" idx="3"/>
            <a:endCxn id="14" idx="1"/>
          </p:cNvCxnSpPr>
          <p:nvPr/>
        </p:nvCxnSpPr>
        <p:spPr>
          <a:xfrm>
            <a:off x="2819020" y="5344799"/>
            <a:ext cx="64897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4EE4F5EF-B5D5-8E3C-575F-E1BCA337E205}"/>
              </a:ext>
            </a:extLst>
          </p:cNvPr>
          <p:cNvCxnSpPr>
            <a:stCxn id="10" idx="3"/>
            <a:endCxn id="15" idx="1"/>
          </p:cNvCxnSpPr>
          <p:nvPr/>
        </p:nvCxnSpPr>
        <p:spPr>
          <a:xfrm>
            <a:off x="2819020" y="5344799"/>
            <a:ext cx="648971" cy="91039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a:extLst>
              <a:ext uri="{FF2B5EF4-FFF2-40B4-BE49-F238E27FC236}">
                <a16:creationId xmlns:a16="http://schemas.microsoft.com/office/drawing/2014/main" id="{040827E7-0A21-3E51-AADC-21F25E1342D6}"/>
              </a:ext>
            </a:extLst>
          </p:cNvPr>
          <p:cNvCxnSpPr>
            <a:cxnSpLocks/>
            <a:endCxn id="16" idx="1"/>
          </p:cNvCxnSpPr>
          <p:nvPr/>
        </p:nvCxnSpPr>
        <p:spPr>
          <a:xfrm>
            <a:off x="5292671" y="2613605"/>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E9FB73E0-D4F4-653A-3B01-2463275FD84B}"/>
              </a:ext>
            </a:extLst>
          </p:cNvPr>
          <p:cNvCxnSpPr>
            <a:cxnSpLocks/>
            <a:endCxn id="17" idx="1"/>
          </p:cNvCxnSpPr>
          <p:nvPr/>
        </p:nvCxnSpPr>
        <p:spPr>
          <a:xfrm>
            <a:off x="5292671" y="3524003"/>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8EDE2DFE-3DC5-F1AE-538E-C00647313892}"/>
              </a:ext>
            </a:extLst>
          </p:cNvPr>
          <p:cNvCxnSpPr>
            <a:cxnSpLocks/>
            <a:endCxn id="18" idx="1"/>
          </p:cNvCxnSpPr>
          <p:nvPr/>
        </p:nvCxnSpPr>
        <p:spPr>
          <a:xfrm>
            <a:off x="5292671" y="4434401"/>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1" name="Straight Arrow Connector 40">
            <a:extLst>
              <a:ext uri="{FF2B5EF4-FFF2-40B4-BE49-F238E27FC236}">
                <a16:creationId xmlns:a16="http://schemas.microsoft.com/office/drawing/2014/main" id="{48A3B0D0-2AB4-6361-6300-EB7B449CF432}"/>
              </a:ext>
            </a:extLst>
          </p:cNvPr>
          <p:cNvCxnSpPr>
            <a:cxnSpLocks/>
            <a:endCxn id="19" idx="1"/>
          </p:cNvCxnSpPr>
          <p:nvPr/>
        </p:nvCxnSpPr>
        <p:spPr>
          <a:xfrm>
            <a:off x="5292671" y="5344799"/>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954A0766-84C1-05A1-76F2-5966A6F8BB54}"/>
              </a:ext>
            </a:extLst>
          </p:cNvPr>
          <p:cNvCxnSpPr>
            <a:cxnSpLocks/>
            <a:endCxn id="20" idx="1"/>
          </p:cNvCxnSpPr>
          <p:nvPr/>
        </p:nvCxnSpPr>
        <p:spPr>
          <a:xfrm>
            <a:off x="5292671" y="6255195"/>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8067BBAE-AC64-260B-91AA-6C4022BB69D6}"/>
              </a:ext>
            </a:extLst>
          </p:cNvPr>
          <p:cNvCxnSpPr>
            <a:stCxn id="8" idx="3"/>
            <a:endCxn id="12" idx="1"/>
          </p:cNvCxnSpPr>
          <p:nvPr/>
        </p:nvCxnSpPr>
        <p:spPr>
          <a:xfrm>
            <a:off x="2819020" y="3009075"/>
            <a:ext cx="648971" cy="51492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7" name="Rectangle 56">
            <a:extLst>
              <a:ext uri="{FF2B5EF4-FFF2-40B4-BE49-F238E27FC236}">
                <a16:creationId xmlns:a16="http://schemas.microsoft.com/office/drawing/2014/main" id="{734F5DCF-C562-1C6C-9B48-9D6C695CB8B8}"/>
              </a:ext>
            </a:extLst>
          </p:cNvPr>
          <p:cNvSpPr/>
          <p:nvPr/>
        </p:nvSpPr>
        <p:spPr>
          <a:xfrm>
            <a:off x="6574665" y="2895385"/>
            <a:ext cx="2798315" cy="19364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en-US" sz="1400">
              <a:solidFill>
                <a:schemeClr val="tx1"/>
              </a:solidFill>
            </a:endParaRPr>
          </a:p>
        </p:txBody>
      </p:sp>
      <p:sp>
        <p:nvSpPr>
          <p:cNvPr id="58" name="TextBox 57">
            <a:extLst>
              <a:ext uri="{FF2B5EF4-FFF2-40B4-BE49-F238E27FC236}">
                <a16:creationId xmlns:a16="http://schemas.microsoft.com/office/drawing/2014/main" id="{CFE0E631-D9F1-7EE6-5D83-A93073E96FB8}"/>
              </a:ext>
            </a:extLst>
          </p:cNvPr>
          <p:cNvSpPr txBox="1"/>
          <p:nvPr/>
        </p:nvSpPr>
        <p:spPr>
          <a:xfrm>
            <a:off x="7651611" y="2954120"/>
            <a:ext cx="1721369" cy="215444"/>
          </a:xfrm>
          <a:prstGeom prst="rect">
            <a:avLst/>
          </a:prstGeom>
          <a:noFill/>
        </p:spPr>
        <p:txBody>
          <a:bodyPr wrap="none" lIns="0" tIns="0" rIns="0" bIns="0" rtlCol="0">
            <a:spAutoFit/>
          </a:bodyPr>
          <a:lstStyle/>
          <a:p>
            <a:pPr algn="l"/>
            <a:r>
              <a:rPr lang="en-US" sz="1400" b="1">
                <a:solidFill>
                  <a:schemeClr val="accent1"/>
                </a:solidFill>
              </a:rPr>
              <a:t>Treatment-emergent</a:t>
            </a:r>
          </a:p>
        </p:txBody>
      </p:sp>
      <p:sp>
        <p:nvSpPr>
          <p:cNvPr id="59" name="TextBox 58">
            <a:extLst>
              <a:ext uri="{FF2B5EF4-FFF2-40B4-BE49-F238E27FC236}">
                <a16:creationId xmlns:a16="http://schemas.microsoft.com/office/drawing/2014/main" id="{18DD3B79-A983-F76E-BA61-FA64F12BE19F}"/>
              </a:ext>
            </a:extLst>
          </p:cNvPr>
          <p:cNvSpPr txBox="1"/>
          <p:nvPr/>
        </p:nvSpPr>
        <p:spPr>
          <a:xfrm>
            <a:off x="9429383" y="2953582"/>
            <a:ext cx="1985865" cy="215444"/>
          </a:xfrm>
          <a:prstGeom prst="rect">
            <a:avLst/>
          </a:prstGeom>
          <a:noFill/>
        </p:spPr>
        <p:txBody>
          <a:bodyPr wrap="none" lIns="0" tIns="0" rIns="0" bIns="0" rtlCol="0">
            <a:spAutoFit/>
          </a:bodyPr>
          <a:lstStyle/>
          <a:p>
            <a:pPr algn="l"/>
            <a:r>
              <a:rPr lang="en-US" sz="1400" b="1">
                <a:solidFill>
                  <a:srgbClr val="C00000"/>
                </a:solidFill>
              </a:rPr>
              <a:t>=ADA positive subjects</a:t>
            </a:r>
          </a:p>
        </p:txBody>
      </p:sp>
    </p:spTree>
    <p:extLst>
      <p:ext uri="{BB962C8B-B14F-4D97-AF65-F5344CB8AC3E}">
        <p14:creationId xmlns:p14="http://schemas.microsoft.com/office/powerpoint/2010/main" val="3334893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p:bldP spid="59"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E3DA56-C715-E642-40E8-F6A70B113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A8397-6AAB-2C82-4E32-6F14F1478C3A}"/>
              </a:ext>
            </a:extLst>
          </p:cNvPr>
          <p:cNvSpPr>
            <a:spLocks noGrp="1"/>
          </p:cNvSpPr>
          <p:nvPr>
            <p:ph type="title"/>
          </p:nvPr>
        </p:nvSpPr>
        <p:spPr/>
        <p:txBody>
          <a:bodyPr/>
          <a:lstStyle/>
          <a:p>
            <a:r>
              <a:rPr lang="en-US"/>
              <a:t>ADA Categorization Diagram (Option 2)</a:t>
            </a:r>
          </a:p>
        </p:txBody>
      </p:sp>
      <p:sp>
        <p:nvSpPr>
          <p:cNvPr id="4" name="Rectangle 3">
            <a:extLst>
              <a:ext uri="{FF2B5EF4-FFF2-40B4-BE49-F238E27FC236}">
                <a16:creationId xmlns:a16="http://schemas.microsoft.com/office/drawing/2014/main" id="{55E46BC9-2ABF-024B-2E40-F37A15CA24EA}"/>
              </a:ext>
            </a:extLst>
          </p:cNvPr>
          <p:cNvSpPr/>
          <p:nvPr/>
        </p:nvSpPr>
        <p:spPr>
          <a:xfrm>
            <a:off x="595313" y="1614615"/>
            <a:ext cx="2223707" cy="4663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Pre-treatment ADA Status</a:t>
            </a:r>
          </a:p>
        </p:txBody>
      </p:sp>
      <p:sp>
        <p:nvSpPr>
          <p:cNvPr id="6" name="Rectangle 5">
            <a:extLst>
              <a:ext uri="{FF2B5EF4-FFF2-40B4-BE49-F238E27FC236}">
                <a16:creationId xmlns:a16="http://schemas.microsoft.com/office/drawing/2014/main" id="{B10C70DF-020F-27BB-9749-C07CA1B01528}"/>
              </a:ext>
            </a:extLst>
          </p:cNvPr>
          <p:cNvSpPr/>
          <p:nvPr/>
        </p:nvSpPr>
        <p:spPr>
          <a:xfrm>
            <a:off x="3467991" y="1614615"/>
            <a:ext cx="2223707" cy="4663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Post drug administration ADA Status</a:t>
            </a:r>
          </a:p>
        </p:txBody>
      </p:sp>
      <p:sp>
        <p:nvSpPr>
          <p:cNvPr id="7" name="Rectangle 6">
            <a:extLst>
              <a:ext uri="{FF2B5EF4-FFF2-40B4-BE49-F238E27FC236}">
                <a16:creationId xmlns:a16="http://schemas.microsoft.com/office/drawing/2014/main" id="{D55A7987-28D8-3FF1-DBFA-04E9990A725A}"/>
              </a:ext>
            </a:extLst>
          </p:cNvPr>
          <p:cNvSpPr/>
          <p:nvPr/>
        </p:nvSpPr>
        <p:spPr>
          <a:xfrm>
            <a:off x="6825814" y="1614615"/>
            <a:ext cx="2223707" cy="4663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ADA Categorization</a:t>
            </a:r>
          </a:p>
        </p:txBody>
      </p:sp>
      <p:sp>
        <p:nvSpPr>
          <p:cNvPr id="8" name="Rectangle 7">
            <a:extLst>
              <a:ext uri="{FF2B5EF4-FFF2-40B4-BE49-F238E27FC236}">
                <a16:creationId xmlns:a16="http://schemas.microsoft.com/office/drawing/2014/main" id="{8C8EDB94-0F39-32CF-B8B0-FEA2AED1E1E6}"/>
              </a:ext>
            </a:extLst>
          </p:cNvPr>
          <p:cNvSpPr/>
          <p:nvPr/>
        </p:nvSpPr>
        <p:spPr>
          <a:xfrm>
            <a:off x="595313" y="277590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Negative</a:t>
            </a:r>
          </a:p>
        </p:txBody>
      </p:sp>
      <p:sp>
        <p:nvSpPr>
          <p:cNvPr id="10" name="Rectangle 9">
            <a:extLst>
              <a:ext uri="{FF2B5EF4-FFF2-40B4-BE49-F238E27FC236}">
                <a16:creationId xmlns:a16="http://schemas.microsoft.com/office/drawing/2014/main" id="{8FDA91FC-782F-AAA0-2F83-A09B03885A67}"/>
              </a:ext>
            </a:extLst>
          </p:cNvPr>
          <p:cNvSpPr/>
          <p:nvPr/>
        </p:nvSpPr>
        <p:spPr>
          <a:xfrm>
            <a:off x="595313" y="5111627"/>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 titer=n</a:t>
            </a:r>
          </a:p>
        </p:txBody>
      </p:sp>
      <p:sp>
        <p:nvSpPr>
          <p:cNvPr id="11" name="Rectangle 10">
            <a:extLst>
              <a:ext uri="{FF2B5EF4-FFF2-40B4-BE49-F238E27FC236}">
                <a16:creationId xmlns:a16="http://schemas.microsoft.com/office/drawing/2014/main" id="{99F435AB-7CAA-A885-FBA9-7522111A9BBD}"/>
              </a:ext>
            </a:extLst>
          </p:cNvPr>
          <p:cNvSpPr/>
          <p:nvPr/>
        </p:nvSpPr>
        <p:spPr>
          <a:xfrm>
            <a:off x="3467991" y="238043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Negative</a:t>
            </a:r>
          </a:p>
        </p:txBody>
      </p:sp>
      <p:sp>
        <p:nvSpPr>
          <p:cNvPr id="12" name="Rectangle 11">
            <a:extLst>
              <a:ext uri="{FF2B5EF4-FFF2-40B4-BE49-F238E27FC236}">
                <a16:creationId xmlns:a16="http://schemas.microsoft.com/office/drawing/2014/main" id="{8455D333-E458-472F-2C94-0AFC445D9745}"/>
              </a:ext>
            </a:extLst>
          </p:cNvPr>
          <p:cNvSpPr/>
          <p:nvPr/>
        </p:nvSpPr>
        <p:spPr>
          <a:xfrm>
            <a:off x="3467991" y="3290831"/>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a:t>
            </a:r>
          </a:p>
        </p:txBody>
      </p:sp>
      <p:sp>
        <p:nvSpPr>
          <p:cNvPr id="13" name="Rectangle 12">
            <a:extLst>
              <a:ext uri="{FF2B5EF4-FFF2-40B4-BE49-F238E27FC236}">
                <a16:creationId xmlns:a16="http://schemas.microsoft.com/office/drawing/2014/main" id="{3CAD5595-8906-7228-6947-74E297D12C32}"/>
              </a:ext>
            </a:extLst>
          </p:cNvPr>
          <p:cNvSpPr/>
          <p:nvPr/>
        </p:nvSpPr>
        <p:spPr>
          <a:xfrm>
            <a:off x="3467991" y="4201229"/>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 titer &gt; x*n</a:t>
            </a:r>
          </a:p>
        </p:txBody>
      </p:sp>
      <p:sp>
        <p:nvSpPr>
          <p:cNvPr id="14" name="Rectangle 13">
            <a:extLst>
              <a:ext uri="{FF2B5EF4-FFF2-40B4-BE49-F238E27FC236}">
                <a16:creationId xmlns:a16="http://schemas.microsoft.com/office/drawing/2014/main" id="{A7B0421F-9F71-83A8-06A3-7CF8A788C4BE}"/>
              </a:ext>
            </a:extLst>
          </p:cNvPr>
          <p:cNvSpPr/>
          <p:nvPr/>
        </p:nvSpPr>
        <p:spPr>
          <a:xfrm>
            <a:off x="3467991" y="5111627"/>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 titer ≤x*n</a:t>
            </a:r>
          </a:p>
        </p:txBody>
      </p:sp>
      <p:sp>
        <p:nvSpPr>
          <p:cNvPr id="15" name="Rectangle 14">
            <a:extLst>
              <a:ext uri="{FF2B5EF4-FFF2-40B4-BE49-F238E27FC236}">
                <a16:creationId xmlns:a16="http://schemas.microsoft.com/office/drawing/2014/main" id="{2FCAB2BE-42E7-2C6E-8A88-EAA30527CF52}"/>
              </a:ext>
            </a:extLst>
          </p:cNvPr>
          <p:cNvSpPr/>
          <p:nvPr/>
        </p:nvSpPr>
        <p:spPr>
          <a:xfrm>
            <a:off x="3467991" y="602202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Negative</a:t>
            </a:r>
          </a:p>
        </p:txBody>
      </p:sp>
      <p:sp>
        <p:nvSpPr>
          <p:cNvPr id="16" name="Rectangle 15">
            <a:extLst>
              <a:ext uri="{FF2B5EF4-FFF2-40B4-BE49-F238E27FC236}">
                <a16:creationId xmlns:a16="http://schemas.microsoft.com/office/drawing/2014/main" id="{A6BB925F-9897-480F-E85B-6C4FB9A70C75}"/>
              </a:ext>
            </a:extLst>
          </p:cNvPr>
          <p:cNvSpPr/>
          <p:nvPr/>
        </p:nvSpPr>
        <p:spPr>
          <a:xfrm>
            <a:off x="6825814" y="238043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ADA negative</a:t>
            </a:r>
          </a:p>
        </p:txBody>
      </p:sp>
      <p:sp>
        <p:nvSpPr>
          <p:cNvPr id="17" name="Rectangle 16">
            <a:extLst>
              <a:ext uri="{FF2B5EF4-FFF2-40B4-BE49-F238E27FC236}">
                <a16:creationId xmlns:a16="http://schemas.microsoft.com/office/drawing/2014/main" id="{4F94FC58-8628-EE40-5163-14E70081F808}"/>
              </a:ext>
            </a:extLst>
          </p:cNvPr>
          <p:cNvSpPr/>
          <p:nvPr/>
        </p:nvSpPr>
        <p:spPr>
          <a:xfrm>
            <a:off x="6825814" y="3290831"/>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Treatment-induced</a:t>
            </a:r>
          </a:p>
        </p:txBody>
      </p:sp>
      <p:sp>
        <p:nvSpPr>
          <p:cNvPr id="18" name="Rectangle 17">
            <a:extLst>
              <a:ext uri="{FF2B5EF4-FFF2-40B4-BE49-F238E27FC236}">
                <a16:creationId xmlns:a16="http://schemas.microsoft.com/office/drawing/2014/main" id="{D7C73778-BF1B-6DDA-C9CC-375E5689EA82}"/>
              </a:ext>
            </a:extLst>
          </p:cNvPr>
          <p:cNvSpPr/>
          <p:nvPr/>
        </p:nvSpPr>
        <p:spPr>
          <a:xfrm>
            <a:off x="6825814" y="4201229"/>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Treatment-boosted</a:t>
            </a:r>
          </a:p>
        </p:txBody>
      </p:sp>
      <p:sp>
        <p:nvSpPr>
          <p:cNvPr id="19" name="Rectangle 18">
            <a:extLst>
              <a:ext uri="{FF2B5EF4-FFF2-40B4-BE49-F238E27FC236}">
                <a16:creationId xmlns:a16="http://schemas.microsoft.com/office/drawing/2014/main" id="{FA07D12F-EC1E-6A0E-70CD-BDE08FA1640F}"/>
              </a:ext>
            </a:extLst>
          </p:cNvPr>
          <p:cNvSpPr/>
          <p:nvPr/>
        </p:nvSpPr>
        <p:spPr>
          <a:xfrm>
            <a:off x="6825814" y="5111627"/>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Treatment-unaffected</a:t>
            </a:r>
          </a:p>
        </p:txBody>
      </p:sp>
      <p:sp>
        <p:nvSpPr>
          <p:cNvPr id="20" name="Rectangle 19">
            <a:extLst>
              <a:ext uri="{FF2B5EF4-FFF2-40B4-BE49-F238E27FC236}">
                <a16:creationId xmlns:a16="http://schemas.microsoft.com/office/drawing/2014/main" id="{3F418DC2-D42E-0156-F5B2-F2D0462E37B4}"/>
              </a:ext>
            </a:extLst>
          </p:cNvPr>
          <p:cNvSpPr/>
          <p:nvPr/>
        </p:nvSpPr>
        <p:spPr>
          <a:xfrm>
            <a:off x="6825814" y="602202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Baseline-positive only/treatment-reduced</a:t>
            </a:r>
          </a:p>
        </p:txBody>
      </p:sp>
      <p:cxnSp>
        <p:nvCxnSpPr>
          <p:cNvPr id="22" name="Straight Arrow Connector 21">
            <a:extLst>
              <a:ext uri="{FF2B5EF4-FFF2-40B4-BE49-F238E27FC236}">
                <a16:creationId xmlns:a16="http://schemas.microsoft.com/office/drawing/2014/main" id="{7BD804B4-3321-8E14-1386-424E6E4934E4}"/>
              </a:ext>
            </a:extLst>
          </p:cNvPr>
          <p:cNvCxnSpPr>
            <a:stCxn id="8" idx="3"/>
            <a:endCxn id="11" idx="1"/>
          </p:cNvCxnSpPr>
          <p:nvPr/>
        </p:nvCxnSpPr>
        <p:spPr>
          <a:xfrm flipV="1">
            <a:off x="2819020" y="2613605"/>
            <a:ext cx="648971" cy="39547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A829952E-CB26-5A02-EE64-1F0F874EF3C8}"/>
              </a:ext>
            </a:extLst>
          </p:cNvPr>
          <p:cNvCxnSpPr>
            <a:stCxn id="10" idx="3"/>
            <a:endCxn id="13" idx="1"/>
          </p:cNvCxnSpPr>
          <p:nvPr/>
        </p:nvCxnSpPr>
        <p:spPr>
          <a:xfrm flipV="1">
            <a:off x="2819020" y="4434401"/>
            <a:ext cx="648971" cy="91039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643EC39F-C81B-3848-9E84-952228CE614A}"/>
              </a:ext>
            </a:extLst>
          </p:cNvPr>
          <p:cNvCxnSpPr>
            <a:stCxn id="10" idx="3"/>
            <a:endCxn id="14" idx="1"/>
          </p:cNvCxnSpPr>
          <p:nvPr/>
        </p:nvCxnSpPr>
        <p:spPr>
          <a:xfrm>
            <a:off x="2819020" y="5344799"/>
            <a:ext cx="64897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9A13ABA9-F65F-B0BA-F506-784BCCC54295}"/>
              </a:ext>
            </a:extLst>
          </p:cNvPr>
          <p:cNvCxnSpPr>
            <a:stCxn id="10" idx="3"/>
            <a:endCxn id="15" idx="1"/>
          </p:cNvCxnSpPr>
          <p:nvPr/>
        </p:nvCxnSpPr>
        <p:spPr>
          <a:xfrm>
            <a:off x="2819020" y="5344799"/>
            <a:ext cx="648971" cy="91039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a:extLst>
              <a:ext uri="{FF2B5EF4-FFF2-40B4-BE49-F238E27FC236}">
                <a16:creationId xmlns:a16="http://schemas.microsoft.com/office/drawing/2014/main" id="{C5D1A37C-6FA7-E234-3014-4C4F5DF04920}"/>
              </a:ext>
            </a:extLst>
          </p:cNvPr>
          <p:cNvCxnSpPr>
            <a:cxnSpLocks/>
            <a:endCxn id="16" idx="1"/>
          </p:cNvCxnSpPr>
          <p:nvPr/>
        </p:nvCxnSpPr>
        <p:spPr>
          <a:xfrm>
            <a:off x="5292671" y="2613605"/>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4ACA0959-85ED-EE56-3A03-152916295A4D}"/>
              </a:ext>
            </a:extLst>
          </p:cNvPr>
          <p:cNvCxnSpPr>
            <a:cxnSpLocks/>
            <a:endCxn id="17" idx="1"/>
          </p:cNvCxnSpPr>
          <p:nvPr/>
        </p:nvCxnSpPr>
        <p:spPr>
          <a:xfrm>
            <a:off x="5292671" y="3524003"/>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67168A5D-56FD-659F-2724-1ADC917EC4B4}"/>
              </a:ext>
            </a:extLst>
          </p:cNvPr>
          <p:cNvCxnSpPr>
            <a:cxnSpLocks/>
            <a:endCxn id="18" idx="1"/>
          </p:cNvCxnSpPr>
          <p:nvPr/>
        </p:nvCxnSpPr>
        <p:spPr>
          <a:xfrm>
            <a:off x="5292671" y="4434401"/>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1" name="Straight Arrow Connector 40">
            <a:extLst>
              <a:ext uri="{FF2B5EF4-FFF2-40B4-BE49-F238E27FC236}">
                <a16:creationId xmlns:a16="http://schemas.microsoft.com/office/drawing/2014/main" id="{7DAFDC70-51BC-16C3-2A87-B03252517AC1}"/>
              </a:ext>
            </a:extLst>
          </p:cNvPr>
          <p:cNvCxnSpPr>
            <a:cxnSpLocks/>
            <a:endCxn id="19" idx="1"/>
          </p:cNvCxnSpPr>
          <p:nvPr/>
        </p:nvCxnSpPr>
        <p:spPr>
          <a:xfrm>
            <a:off x="5292671" y="5344799"/>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F02BDCCB-90D9-7B18-DE85-8A74EAA4C100}"/>
              </a:ext>
            </a:extLst>
          </p:cNvPr>
          <p:cNvCxnSpPr>
            <a:cxnSpLocks/>
            <a:endCxn id="20" idx="1"/>
          </p:cNvCxnSpPr>
          <p:nvPr/>
        </p:nvCxnSpPr>
        <p:spPr>
          <a:xfrm>
            <a:off x="5292671" y="6255195"/>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96FE0F7E-4080-4AB5-7335-DFB7D5276EE6}"/>
              </a:ext>
            </a:extLst>
          </p:cNvPr>
          <p:cNvCxnSpPr>
            <a:stCxn id="8" idx="3"/>
            <a:endCxn id="12" idx="1"/>
          </p:cNvCxnSpPr>
          <p:nvPr/>
        </p:nvCxnSpPr>
        <p:spPr>
          <a:xfrm>
            <a:off x="2819020" y="3009075"/>
            <a:ext cx="648971" cy="51492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7" name="Rectangle 56">
            <a:extLst>
              <a:ext uri="{FF2B5EF4-FFF2-40B4-BE49-F238E27FC236}">
                <a16:creationId xmlns:a16="http://schemas.microsoft.com/office/drawing/2014/main" id="{CCCC0EFC-8ED9-AFE8-6C23-7416B27FC738}"/>
              </a:ext>
            </a:extLst>
          </p:cNvPr>
          <p:cNvSpPr/>
          <p:nvPr/>
        </p:nvSpPr>
        <p:spPr>
          <a:xfrm>
            <a:off x="6574665" y="2895385"/>
            <a:ext cx="2798315" cy="19364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en-US" sz="1400">
              <a:solidFill>
                <a:schemeClr val="tx1"/>
              </a:solidFill>
            </a:endParaRPr>
          </a:p>
        </p:txBody>
      </p:sp>
      <p:sp>
        <p:nvSpPr>
          <p:cNvPr id="58" name="TextBox 57">
            <a:extLst>
              <a:ext uri="{FF2B5EF4-FFF2-40B4-BE49-F238E27FC236}">
                <a16:creationId xmlns:a16="http://schemas.microsoft.com/office/drawing/2014/main" id="{F81F238F-C3A3-D3BE-04A0-5EB911522B80}"/>
              </a:ext>
            </a:extLst>
          </p:cNvPr>
          <p:cNvSpPr txBox="1"/>
          <p:nvPr/>
        </p:nvSpPr>
        <p:spPr>
          <a:xfrm>
            <a:off x="7651611" y="2954120"/>
            <a:ext cx="1721369" cy="215444"/>
          </a:xfrm>
          <a:prstGeom prst="rect">
            <a:avLst/>
          </a:prstGeom>
          <a:noFill/>
        </p:spPr>
        <p:txBody>
          <a:bodyPr wrap="none" lIns="0" tIns="0" rIns="0" bIns="0" rtlCol="0">
            <a:spAutoFit/>
          </a:bodyPr>
          <a:lstStyle/>
          <a:p>
            <a:pPr algn="l"/>
            <a:r>
              <a:rPr lang="en-US" sz="1400" b="1">
                <a:solidFill>
                  <a:schemeClr val="accent1"/>
                </a:solidFill>
              </a:rPr>
              <a:t>Treatment-emergent</a:t>
            </a:r>
          </a:p>
        </p:txBody>
      </p:sp>
      <p:sp>
        <p:nvSpPr>
          <p:cNvPr id="59" name="TextBox 58">
            <a:extLst>
              <a:ext uri="{FF2B5EF4-FFF2-40B4-BE49-F238E27FC236}">
                <a16:creationId xmlns:a16="http://schemas.microsoft.com/office/drawing/2014/main" id="{46FB8329-17A6-D396-EF52-ED46BE999BEC}"/>
              </a:ext>
            </a:extLst>
          </p:cNvPr>
          <p:cNvSpPr txBox="1"/>
          <p:nvPr/>
        </p:nvSpPr>
        <p:spPr>
          <a:xfrm>
            <a:off x="9827328" y="4420379"/>
            <a:ext cx="2652326" cy="646331"/>
          </a:xfrm>
          <a:prstGeom prst="rect">
            <a:avLst/>
          </a:prstGeom>
          <a:noFill/>
        </p:spPr>
        <p:txBody>
          <a:bodyPr wrap="square" lIns="0" tIns="0" rIns="0" bIns="0" rtlCol="0">
            <a:spAutoFit/>
          </a:bodyPr>
          <a:lstStyle/>
          <a:p>
            <a:pPr algn="l"/>
            <a:r>
              <a:rPr lang="en-US" sz="1400" b="1">
                <a:solidFill>
                  <a:srgbClr val="C00000"/>
                </a:solidFill>
              </a:rPr>
              <a:t>ADA positive subjects</a:t>
            </a:r>
          </a:p>
          <a:p>
            <a:pPr algn="l"/>
            <a:r>
              <a:rPr lang="en-US" sz="1400" b="1">
                <a:solidFill>
                  <a:srgbClr val="C00000"/>
                </a:solidFill>
              </a:rPr>
              <a:t>=</a:t>
            </a:r>
          </a:p>
          <a:p>
            <a:pPr algn="l"/>
            <a:r>
              <a:rPr lang="en-US" sz="1400" b="1">
                <a:solidFill>
                  <a:srgbClr val="C00000"/>
                </a:solidFill>
              </a:rPr>
              <a:t>postbaseline positive</a:t>
            </a:r>
          </a:p>
        </p:txBody>
      </p:sp>
      <p:sp>
        <p:nvSpPr>
          <p:cNvPr id="3" name="Right Brace 2">
            <a:extLst>
              <a:ext uri="{FF2B5EF4-FFF2-40B4-BE49-F238E27FC236}">
                <a16:creationId xmlns:a16="http://schemas.microsoft.com/office/drawing/2014/main" id="{A9614649-FC86-9461-8670-F60642680F00}"/>
              </a:ext>
            </a:extLst>
          </p:cNvPr>
          <p:cNvSpPr/>
          <p:nvPr/>
        </p:nvSpPr>
        <p:spPr>
          <a:xfrm>
            <a:off x="9485290" y="3418696"/>
            <a:ext cx="138839" cy="2159276"/>
          </a:xfrm>
          <a:prstGeom prst="rightBrace">
            <a:avLst>
              <a:gd name="adj1" fmla="val 44046"/>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58448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p:bldP spid="59"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D8B9D3-4A89-C232-A118-E9B351DC29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B7F99-15C4-C0AB-F607-2A20AD843347}"/>
              </a:ext>
            </a:extLst>
          </p:cNvPr>
          <p:cNvSpPr>
            <a:spLocks noGrp="1"/>
          </p:cNvSpPr>
          <p:nvPr>
            <p:ph type="title"/>
          </p:nvPr>
        </p:nvSpPr>
        <p:spPr/>
        <p:txBody>
          <a:bodyPr/>
          <a:lstStyle/>
          <a:p>
            <a:r>
              <a:rPr lang="en-US"/>
              <a:t>ADA Categorization Diagram (Option 3) </a:t>
            </a:r>
          </a:p>
        </p:txBody>
      </p:sp>
      <p:sp>
        <p:nvSpPr>
          <p:cNvPr id="4" name="Rectangle 3">
            <a:extLst>
              <a:ext uri="{FF2B5EF4-FFF2-40B4-BE49-F238E27FC236}">
                <a16:creationId xmlns:a16="http://schemas.microsoft.com/office/drawing/2014/main" id="{40F2EC07-64A8-712D-37BB-34A89E8BB441}"/>
              </a:ext>
            </a:extLst>
          </p:cNvPr>
          <p:cNvSpPr/>
          <p:nvPr/>
        </p:nvSpPr>
        <p:spPr>
          <a:xfrm>
            <a:off x="595313" y="1614615"/>
            <a:ext cx="2223707" cy="4663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Pre-treatment ADA Status</a:t>
            </a:r>
          </a:p>
        </p:txBody>
      </p:sp>
      <p:sp>
        <p:nvSpPr>
          <p:cNvPr id="6" name="Rectangle 5">
            <a:extLst>
              <a:ext uri="{FF2B5EF4-FFF2-40B4-BE49-F238E27FC236}">
                <a16:creationId xmlns:a16="http://schemas.microsoft.com/office/drawing/2014/main" id="{C574D4AE-E3E2-8A59-55C7-6A2401AB5E0E}"/>
              </a:ext>
            </a:extLst>
          </p:cNvPr>
          <p:cNvSpPr/>
          <p:nvPr/>
        </p:nvSpPr>
        <p:spPr>
          <a:xfrm>
            <a:off x="3467991" y="1614615"/>
            <a:ext cx="2223707" cy="4663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Post drug administration ADA Status</a:t>
            </a:r>
          </a:p>
        </p:txBody>
      </p:sp>
      <p:sp>
        <p:nvSpPr>
          <p:cNvPr id="7" name="Rectangle 6">
            <a:extLst>
              <a:ext uri="{FF2B5EF4-FFF2-40B4-BE49-F238E27FC236}">
                <a16:creationId xmlns:a16="http://schemas.microsoft.com/office/drawing/2014/main" id="{13F4383A-15DF-EB23-6668-542704629D0D}"/>
              </a:ext>
            </a:extLst>
          </p:cNvPr>
          <p:cNvSpPr/>
          <p:nvPr/>
        </p:nvSpPr>
        <p:spPr>
          <a:xfrm>
            <a:off x="6825814" y="1614615"/>
            <a:ext cx="2223707" cy="4663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tx1"/>
                </a:solidFill>
              </a:rPr>
              <a:t>ADA Categorization</a:t>
            </a:r>
          </a:p>
        </p:txBody>
      </p:sp>
      <p:sp>
        <p:nvSpPr>
          <p:cNvPr id="8" name="Rectangle 7">
            <a:extLst>
              <a:ext uri="{FF2B5EF4-FFF2-40B4-BE49-F238E27FC236}">
                <a16:creationId xmlns:a16="http://schemas.microsoft.com/office/drawing/2014/main" id="{F1243223-FC9E-524A-E129-8BB512586367}"/>
              </a:ext>
            </a:extLst>
          </p:cNvPr>
          <p:cNvSpPr/>
          <p:nvPr/>
        </p:nvSpPr>
        <p:spPr>
          <a:xfrm>
            <a:off x="595313" y="277590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Negative</a:t>
            </a:r>
          </a:p>
        </p:txBody>
      </p:sp>
      <p:sp>
        <p:nvSpPr>
          <p:cNvPr id="10" name="Rectangle 9">
            <a:extLst>
              <a:ext uri="{FF2B5EF4-FFF2-40B4-BE49-F238E27FC236}">
                <a16:creationId xmlns:a16="http://schemas.microsoft.com/office/drawing/2014/main" id="{A0C8D6B7-1FDB-A6D8-5E1C-C1F5AF0EF2F3}"/>
              </a:ext>
            </a:extLst>
          </p:cNvPr>
          <p:cNvSpPr/>
          <p:nvPr/>
        </p:nvSpPr>
        <p:spPr>
          <a:xfrm>
            <a:off x="595313" y="5111627"/>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 titer=n</a:t>
            </a:r>
          </a:p>
        </p:txBody>
      </p:sp>
      <p:sp>
        <p:nvSpPr>
          <p:cNvPr id="11" name="Rectangle 10">
            <a:extLst>
              <a:ext uri="{FF2B5EF4-FFF2-40B4-BE49-F238E27FC236}">
                <a16:creationId xmlns:a16="http://schemas.microsoft.com/office/drawing/2014/main" id="{B40A2591-224D-444E-822D-9F7DB368FC81}"/>
              </a:ext>
            </a:extLst>
          </p:cNvPr>
          <p:cNvSpPr/>
          <p:nvPr/>
        </p:nvSpPr>
        <p:spPr>
          <a:xfrm>
            <a:off x="3467991" y="238043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Negative</a:t>
            </a:r>
          </a:p>
        </p:txBody>
      </p:sp>
      <p:sp>
        <p:nvSpPr>
          <p:cNvPr id="12" name="Rectangle 11">
            <a:extLst>
              <a:ext uri="{FF2B5EF4-FFF2-40B4-BE49-F238E27FC236}">
                <a16:creationId xmlns:a16="http://schemas.microsoft.com/office/drawing/2014/main" id="{4A615989-13E9-3775-F3C8-BDB3A6D015B3}"/>
              </a:ext>
            </a:extLst>
          </p:cNvPr>
          <p:cNvSpPr/>
          <p:nvPr/>
        </p:nvSpPr>
        <p:spPr>
          <a:xfrm>
            <a:off x="3467991" y="3290831"/>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a:t>
            </a:r>
          </a:p>
        </p:txBody>
      </p:sp>
      <p:sp>
        <p:nvSpPr>
          <p:cNvPr id="13" name="Rectangle 12">
            <a:extLst>
              <a:ext uri="{FF2B5EF4-FFF2-40B4-BE49-F238E27FC236}">
                <a16:creationId xmlns:a16="http://schemas.microsoft.com/office/drawing/2014/main" id="{476364ED-43E5-450B-9DB9-6E8E67A55D2D}"/>
              </a:ext>
            </a:extLst>
          </p:cNvPr>
          <p:cNvSpPr/>
          <p:nvPr/>
        </p:nvSpPr>
        <p:spPr>
          <a:xfrm>
            <a:off x="3467991" y="4201229"/>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 titer &gt; x*n</a:t>
            </a:r>
          </a:p>
        </p:txBody>
      </p:sp>
      <p:sp>
        <p:nvSpPr>
          <p:cNvPr id="14" name="Rectangle 13">
            <a:extLst>
              <a:ext uri="{FF2B5EF4-FFF2-40B4-BE49-F238E27FC236}">
                <a16:creationId xmlns:a16="http://schemas.microsoft.com/office/drawing/2014/main" id="{9CEB0197-3BC2-5119-13D8-15C730E64E0F}"/>
              </a:ext>
            </a:extLst>
          </p:cNvPr>
          <p:cNvSpPr/>
          <p:nvPr/>
        </p:nvSpPr>
        <p:spPr>
          <a:xfrm>
            <a:off x="3467991" y="5111627"/>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Positive, titer ≤x*n</a:t>
            </a:r>
          </a:p>
        </p:txBody>
      </p:sp>
      <p:sp>
        <p:nvSpPr>
          <p:cNvPr id="15" name="Rectangle 14">
            <a:extLst>
              <a:ext uri="{FF2B5EF4-FFF2-40B4-BE49-F238E27FC236}">
                <a16:creationId xmlns:a16="http://schemas.microsoft.com/office/drawing/2014/main" id="{606B91C7-4CFB-0031-78E8-C8EDB5A7B1C0}"/>
              </a:ext>
            </a:extLst>
          </p:cNvPr>
          <p:cNvSpPr/>
          <p:nvPr/>
        </p:nvSpPr>
        <p:spPr>
          <a:xfrm>
            <a:off x="3467991" y="602202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Negative</a:t>
            </a:r>
          </a:p>
        </p:txBody>
      </p:sp>
      <p:sp>
        <p:nvSpPr>
          <p:cNvPr id="16" name="Rectangle 15">
            <a:extLst>
              <a:ext uri="{FF2B5EF4-FFF2-40B4-BE49-F238E27FC236}">
                <a16:creationId xmlns:a16="http://schemas.microsoft.com/office/drawing/2014/main" id="{5C0F8395-B11F-B05E-6948-BD935226DB9B}"/>
              </a:ext>
            </a:extLst>
          </p:cNvPr>
          <p:cNvSpPr/>
          <p:nvPr/>
        </p:nvSpPr>
        <p:spPr>
          <a:xfrm>
            <a:off x="6825814" y="238043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ADA negative</a:t>
            </a:r>
          </a:p>
        </p:txBody>
      </p:sp>
      <p:sp>
        <p:nvSpPr>
          <p:cNvPr id="17" name="Rectangle 16">
            <a:extLst>
              <a:ext uri="{FF2B5EF4-FFF2-40B4-BE49-F238E27FC236}">
                <a16:creationId xmlns:a16="http://schemas.microsoft.com/office/drawing/2014/main" id="{77867BF4-182B-84A1-1EC7-82EC7C9B8ACC}"/>
              </a:ext>
            </a:extLst>
          </p:cNvPr>
          <p:cNvSpPr/>
          <p:nvPr/>
        </p:nvSpPr>
        <p:spPr>
          <a:xfrm>
            <a:off x="6825814" y="3290831"/>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Treatment-induced</a:t>
            </a:r>
          </a:p>
        </p:txBody>
      </p:sp>
      <p:sp>
        <p:nvSpPr>
          <p:cNvPr id="18" name="Rectangle 17">
            <a:extLst>
              <a:ext uri="{FF2B5EF4-FFF2-40B4-BE49-F238E27FC236}">
                <a16:creationId xmlns:a16="http://schemas.microsoft.com/office/drawing/2014/main" id="{7E5901CE-4143-248D-DCF7-D4D2671630D0}"/>
              </a:ext>
            </a:extLst>
          </p:cNvPr>
          <p:cNvSpPr/>
          <p:nvPr/>
        </p:nvSpPr>
        <p:spPr>
          <a:xfrm>
            <a:off x="6825814" y="4201229"/>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Treatment-boosted</a:t>
            </a:r>
          </a:p>
        </p:txBody>
      </p:sp>
      <p:sp>
        <p:nvSpPr>
          <p:cNvPr id="19" name="Rectangle 18">
            <a:extLst>
              <a:ext uri="{FF2B5EF4-FFF2-40B4-BE49-F238E27FC236}">
                <a16:creationId xmlns:a16="http://schemas.microsoft.com/office/drawing/2014/main" id="{A2C33DB7-18D4-F441-3899-76FE78EBC206}"/>
              </a:ext>
            </a:extLst>
          </p:cNvPr>
          <p:cNvSpPr/>
          <p:nvPr/>
        </p:nvSpPr>
        <p:spPr>
          <a:xfrm>
            <a:off x="6825814" y="5111627"/>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Treatment-unaffected</a:t>
            </a:r>
          </a:p>
        </p:txBody>
      </p:sp>
      <p:sp>
        <p:nvSpPr>
          <p:cNvPr id="20" name="Rectangle 19">
            <a:extLst>
              <a:ext uri="{FF2B5EF4-FFF2-40B4-BE49-F238E27FC236}">
                <a16:creationId xmlns:a16="http://schemas.microsoft.com/office/drawing/2014/main" id="{81E52C9A-7A84-59FF-EDC6-207774B6C836}"/>
              </a:ext>
            </a:extLst>
          </p:cNvPr>
          <p:cNvSpPr/>
          <p:nvPr/>
        </p:nvSpPr>
        <p:spPr>
          <a:xfrm>
            <a:off x="6825814" y="6022023"/>
            <a:ext cx="2223707" cy="466344"/>
          </a:xfrm>
          <a:prstGeom prst="rect">
            <a:avLst/>
          </a:prstGeom>
          <a:solidFill>
            <a:schemeClr val="accent2"/>
          </a:solidFill>
          <a:ln>
            <a:solidFill>
              <a:srgbClr val="26948B"/>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en-US" sz="1400">
                <a:solidFill>
                  <a:schemeClr val="bg1"/>
                </a:solidFill>
              </a:rPr>
              <a:t>Baseline-positive only/treatment-reduced</a:t>
            </a:r>
          </a:p>
        </p:txBody>
      </p:sp>
      <p:cxnSp>
        <p:nvCxnSpPr>
          <p:cNvPr id="22" name="Straight Arrow Connector 21">
            <a:extLst>
              <a:ext uri="{FF2B5EF4-FFF2-40B4-BE49-F238E27FC236}">
                <a16:creationId xmlns:a16="http://schemas.microsoft.com/office/drawing/2014/main" id="{DE8651AB-EF50-25CF-15EA-07C788664788}"/>
              </a:ext>
            </a:extLst>
          </p:cNvPr>
          <p:cNvCxnSpPr>
            <a:stCxn id="8" idx="3"/>
            <a:endCxn id="11" idx="1"/>
          </p:cNvCxnSpPr>
          <p:nvPr/>
        </p:nvCxnSpPr>
        <p:spPr>
          <a:xfrm flipV="1">
            <a:off x="2819020" y="2613605"/>
            <a:ext cx="648971" cy="39547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D70EBA97-A7F0-B581-BE70-4E82BCF9F97A}"/>
              </a:ext>
            </a:extLst>
          </p:cNvPr>
          <p:cNvCxnSpPr>
            <a:stCxn id="10" idx="3"/>
            <a:endCxn id="13" idx="1"/>
          </p:cNvCxnSpPr>
          <p:nvPr/>
        </p:nvCxnSpPr>
        <p:spPr>
          <a:xfrm flipV="1">
            <a:off x="2819020" y="4434401"/>
            <a:ext cx="648971" cy="91039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A884B300-2C6F-7365-82C2-CD2A39ACA1FD}"/>
              </a:ext>
            </a:extLst>
          </p:cNvPr>
          <p:cNvCxnSpPr>
            <a:stCxn id="10" idx="3"/>
            <a:endCxn id="14" idx="1"/>
          </p:cNvCxnSpPr>
          <p:nvPr/>
        </p:nvCxnSpPr>
        <p:spPr>
          <a:xfrm>
            <a:off x="2819020" y="5344799"/>
            <a:ext cx="64897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DE63F4F7-8ACC-133C-4ECF-43548994D897}"/>
              </a:ext>
            </a:extLst>
          </p:cNvPr>
          <p:cNvCxnSpPr>
            <a:stCxn id="10" idx="3"/>
            <a:endCxn id="15" idx="1"/>
          </p:cNvCxnSpPr>
          <p:nvPr/>
        </p:nvCxnSpPr>
        <p:spPr>
          <a:xfrm>
            <a:off x="2819020" y="5344799"/>
            <a:ext cx="648971" cy="91039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a:extLst>
              <a:ext uri="{FF2B5EF4-FFF2-40B4-BE49-F238E27FC236}">
                <a16:creationId xmlns:a16="http://schemas.microsoft.com/office/drawing/2014/main" id="{F567FA78-45CB-0183-1D4F-1EC449162C5B}"/>
              </a:ext>
            </a:extLst>
          </p:cNvPr>
          <p:cNvCxnSpPr>
            <a:cxnSpLocks/>
            <a:endCxn id="16" idx="1"/>
          </p:cNvCxnSpPr>
          <p:nvPr/>
        </p:nvCxnSpPr>
        <p:spPr>
          <a:xfrm>
            <a:off x="5292671" y="2613605"/>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58E874C7-E239-191B-F07C-A9FDF0A9EE95}"/>
              </a:ext>
            </a:extLst>
          </p:cNvPr>
          <p:cNvCxnSpPr>
            <a:cxnSpLocks/>
            <a:endCxn id="17" idx="1"/>
          </p:cNvCxnSpPr>
          <p:nvPr/>
        </p:nvCxnSpPr>
        <p:spPr>
          <a:xfrm>
            <a:off x="5292671" y="3524003"/>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FD433FB9-C8AD-D73C-8750-AA33A560B8CE}"/>
              </a:ext>
            </a:extLst>
          </p:cNvPr>
          <p:cNvCxnSpPr>
            <a:cxnSpLocks/>
            <a:endCxn id="18" idx="1"/>
          </p:cNvCxnSpPr>
          <p:nvPr/>
        </p:nvCxnSpPr>
        <p:spPr>
          <a:xfrm>
            <a:off x="5292671" y="4434401"/>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1" name="Straight Arrow Connector 40">
            <a:extLst>
              <a:ext uri="{FF2B5EF4-FFF2-40B4-BE49-F238E27FC236}">
                <a16:creationId xmlns:a16="http://schemas.microsoft.com/office/drawing/2014/main" id="{313CA86B-A466-7743-B871-065561F9EE61}"/>
              </a:ext>
            </a:extLst>
          </p:cNvPr>
          <p:cNvCxnSpPr>
            <a:cxnSpLocks/>
            <a:endCxn id="19" idx="1"/>
          </p:cNvCxnSpPr>
          <p:nvPr/>
        </p:nvCxnSpPr>
        <p:spPr>
          <a:xfrm>
            <a:off x="5292671" y="5344799"/>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E705EBF1-D7AB-953C-F92E-B82B94A23DC8}"/>
              </a:ext>
            </a:extLst>
          </p:cNvPr>
          <p:cNvCxnSpPr>
            <a:cxnSpLocks/>
            <a:endCxn id="20" idx="1"/>
          </p:cNvCxnSpPr>
          <p:nvPr/>
        </p:nvCxnSpPr>
        <p:spPr>
          <a:xfrm>
            <a:off x="5292671" y="6255195"/>
            <a:ext cx="15331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EA61A0BA-5089-3FC6-EF44-1DF661620F99}"/>
              </a:ext>
            </a:extLst>
          </p:cNvPr>
          <p:cNvCxnSpPr>
            <a:stCxn id="8" idx="3"/>
            <a:endCxn id="12" idx="1"/>
          </p:cNvCxnSpPr>
          <p:nvPr/>
        </p:nvCxnSpPr>
        <p:spPr>
          <a:xfrm>
            <a:off x="2819020" y="3009075"/>
            <a:ext cx="648971" cy="51492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7" name="Rectangle 56">
            <a:extLst>
              <a:ext uri="{FF2B5EF4-FFF2-40B4-BE49-F238E27FC236}">
                <a16:creationId xmlns:a16="http://schemas.microsoft.com/office/drawing/2014/main" id="{05033D37-42A7-0BD8-D2C5-918469A666E9}"/>
              </a:ext>
            </a:extLst>
          </p:cNvPr>
          <p:cNvSpPr/>
          <p:nvPr/>
        </p:nvSpPr>
        <p:spPr>
          <a:xfrm>
            <a:off x="6574665" y="2895385"/>
            <a:ext cx="2798315" cy="19364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en-US" sz="1400">
              <a:solidFill>
                <a:schemeClr val="tx1"/>
              </a:solidFill>
            </a:endParaRPr>
          </a:p>
        </p:txBody>
      </p:sp>
      <p:sp>
        <p:nvSpPr>
          <p:cNvPr id="58" name="TextBox 57">
            <a:extLst>
              <a:ext uri="{FF2B5EF4-FFF2-40B4-BE49-F238E27FC236}">
                <a16:creationId xmlns:a16="http://schemas.microsoft.com/office/drawing/2014/main" id="{FFF56F9D-6751-F82B-3324-879F9A2870D2}"/>
              </a:ext>
            </a:extLst>
          </p:cNvPr>
          <p:cNvSpPr txBox="1"/>
          <p:nvPr/>
        </p:nvSpPr>
        <p:spPr>
          <a:xfrm>
            <a:off x="7651611" y="2954120"/>
            <a:ext cx="1721369" cy="215444"/>
          </a:xfrm>
          <a:prstGeom prst="rect">
            <a:avLst/>
          </a:prstGeom>
          <a:noFill/>
        </p:spPr>
        <p:txBody>
          <a:bodyPr wrap="none" lIns="0" tIns="0" rIns="0" bIns="0" rtlCol="0">
            <a:spAutoFit/>
          </a:bodyPr>
          <a:lstStyle/>
          <a:p>
            <a:pPr algn="l"/>
            <a:r>
              <a:rPr lang="en-US" sz="1400" b="1">
                <a:solidFill>
                  <a:schemeClr val="accent1"/>
                </a:solidFill>
              </a:rPr>
              <a:t>Treatment-emergent</a:t>
            </a:r>
          </a:p>
        </p:txBody>
      </p:sp>
      <p:sp>
        <p:nvSpPr>
          <p:cNvPr id="59" name="TextBox 58">
            <a:extLst>
              <a:ext uri="{FF2B5EF4-FFF2-40B4-BE49-F238E27FC236}">
                <a16:creationId xmlns:a16="http://schemas.microsoft.com/office/drawing/2014/main" id="{55B6311D-E14E-9893-EDB3-77179482D8FB}"/>
              </a:ext>
            </a:extLst>
          </p:cNvPr>
          <p:cNvSpPr txBox="1"/>
          <p:nvPr/>
        </p:nvSpPr>
        <p:spPr>
          <a:xfrm>
            <a:off x="9868067" y="4724070"/>
            <a:ext cx="1881669" cy="215444"/>
          </a:xfrm>
          <a:prstGeom prst="rect">
            <a:avLst/>
          </a:prstGeom>
          <a:noFill/>
        </p:spPr>
        <p:txBody>
          <a:bodyPr wrap="none" lIns="0" tIns="0" rIns="0" bIns="0" rtlCol="0">
            <a:spAutoFit/>
          </a:bodyPr>
          <a:lstStyle/>
          <a:p>
            <a:pPr algn="l"/>
            <a:r>
              <a:rPr lang="en-US" sz="1400" b="1">
                <a:solidFill>
                  <a:srgbClr val="C00000"/>
                </a:solidFill>
              </a:rPr>
              <a:t>ADA positive subjects</a:t>
            </a:r>
          </a:p>
        </p:txBody>
      </p:sp>
      <p:sp>
        <p:nvSpPr>
          <p:cNvPr id="3" name="Right Brace 2">
            <a:extLst>
              <a:ext uri="{FF2B5EF4-FFF2-40B4-BE49-F238E27FC236}">
                <a16:creationId xmlns:a16="http://schemas.microsoft.com/office/drawing/2014/main" id="{BAF34F5D-2130-6BFA-FCF6-265B59A3EA0C}"/>
              </a:ext>
            </a:extLst>
          </p:cNvPr>
          <p:cNvSpPr/>
          <p:nvPr/>
        </p:nvSpPr>
        <p:spPr>
          <a:xfrm>
            <a:off x="9485290" y="3418695"/>
            <a:ext cx="270467" cy="2826195"/>
          </a:xfrm>
          <a:prstGeom prst="rightBrace">
            <a:avLst>
              <a:gd name="adj1" fmla="val 44046"/>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52869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p:bldP spid="5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3C798-F2B3-0DE6-7A4E-F9FFB0409CA2}"/>
              </a:ext>
            </a:extLst>
          </p:cNvPr>
          <p:cNvSpPr>
            <a:spLocks noGrp="1"/>
          </p:cNvSpPr>
          <p:nvPr>
            <p:ph type="title"/>
          </p:nvPr>
        </p:nvSpPr>
        <p:spPr/>
        <p:txBody>
          <a:bodyPr/>
          <a:lstStyle/>
          <a:p>
            <a:r>
              <a:rPr lang="en-US" b="1"/>
              <a:t>Timing of ADA/</a:t>
            </a:r>
            <a:r>
              <a:rPr lang="en-US" b="1" err="1"/>
              <a:t>NAb</a:t>
            </a:r>
            <a:r>
              <a:rPr lang="en-US" b="1"/>
              <a:t> Assay Development/Validation</a:t>
            </a:r>
            <a:endParaRPr lang="en-US"/>
          </a:p>
        </p:txBody>
      </p:sp>
      <p:sp>
        <p:nvSpPr>
          <p:cNvPr id="3" name="Table Placeholder 2">
            <a:extLst>
              <a:ext uri="{FF2B5EF4-FFF2-40B4-BE49-F238E27FC236}">
                <a16:creationId xmlns:a16="http://schemas.microsoft.com/office/drawing/2014/main" id="{01F41741-1629-7300-74DF-8D1BBAED1B99}"/>
              </a:ext>
            </a:extLst>
          </p:cNvPr>
          <p:cNvSpPr>
            <a:spLocks noGrp="1"/>
          </p:cNvSpPr>
          <p:nvPr>
            <p:ph type="tbl" sz="quarter" idx="17"/>
          </p:nvPr>
        </p:nvSpPr>
        <p:spPr/>
        <p:txBody>
          <a:bodyPr/>
          <a:lstStyle/>
          <a:p>
            <a:pPr lvl="2"/>
            <a:r>
              <a:rPr lang="en-US"/>
              <a:t>ADA: for low-risk compound, start assay development when compound moving into clinic, target validating assay before the start of the trial</a:t>
            </a:r>
          </a:p>
          <a:p>
            <a:pPr lvl="3"/>
            <a:r>
              <a:rPr lang="en-US"/>
              <a:t>Low risk compound: most </a:t>
            </a:r>
            <a:r>
              <a:rPr lang="en-US" err="1"/>
              <a:t>mAb</a:t>
            </a:r>
            <a:r>
              <a:rPr lang="en-US"/>
              <a:t> based therapeutic proteins without structure modification or engineering that may increase immunogenicity </a:t>
            </a:r>
          </a:p>
          <a:p>
            <a:pPr lvl="3"/>
            <a:r>
              <a:rPr lang="en-US"/>
              <a:t>ADA clinical assay development start when FIH is endorsed (CP lead submit clinical assay development request through </a:t>
            </a:r>
            <a:r>
              <a:rPr lang="en-US">
                <a:hlinkClick r:id="rId3"/>
              </a:rPr>
              <a:t>service portal</a:t>
            </a:r>
            <a:r>
              <a:rPr lang="en-US"/>
              <a:t>)</a:t>
            </a:r>
          </a:p>
          <a:p>
            <a:pPr lvl="4"/>
            <a:r>
              <a:rPr lang="en-US"/>
              <a:t>Expect assay validated at the time of the FIH trial for clinical samples</a:t>
            </a:r>
          </a:p>
          <a:p>
            <a:pPr lvl="3"/>
            <a:r>
              <a:rPr lang="en-US"/>
              <a:t>BASE would like to be involved from preclinical stage. </a:t>
            </a:r>
          </a:p>
          <a:p>
            <a:pPr lvl="4"/>
            <a:r>
              <a:rPr lang="en-US"/>
              <a:t>CP leads will try to help inform BASE team early if aware of new programs </a:t>
            </a:r>
          </a:p>
          <a:p>
            <a:pPr lvl="2"/>
            <a:r>
              <a:rPr lang="en-US" err="1"/>
              <a:t>NAb</a:t>
            </a:r>
            <a:r>
              <a:rPr lang="en-US"/>
              <a:t>: start assay development when ph3 is endorsed </a:t>
            </a:r>
          </a:p>
          <a:p>
            <a:pPr lvl="3"/>
            <a:r>
              <a:rPr lang="en-US"/>
              <a:t>BASE proposal: </a:t>
            </a:r>
          </a:p>
          <a:p>
            <a:pPr lvl="4"/>
            <a:r>
              <a:rPr lang="en-US"/>
              <a:t>Complete assay development (8 to 12 months cell-based assay) by the time efficacy readout </a:t>
            </a:r>
          </a:p>
          <a:p>
            <a:pPr lvl="4"/>
            <a:r>
              <a:rPr lang="en-US"/>
              <a:t>Assay validation (6-8 </a:t>
            </a:r>
            <a:r>
              <a:rPr lang="en-US" err="1"/>
              <a:t>wks</a:t>
            </a:r>
            <a:r>
              <a:rPr lang="en-US"/>
              <a:t> for validation) and sample analysis depends on the ADA rate or upon HA request</a:t>
            </a:r>
          </a:p>
          <a:p>
            <a:pPr lvl="4"/>
            <a:r>
              <a:rPr lang="en-US"/>
              <a:t>BASE team will provide support language for this strategy in possible HA interactions and queries</a:t>
            </a:r>
          </a:p>
          <a:p>
            <a:pPr lvl="3"/>
            <a:r>
              <a:rPr lang="en-US"/>
              <a:t>Clin pharm position: </a:t>
            </a:r>
          </a:p>
          <a:p>
            <a:pPr lvl="4"/>
            <a:r>
              <a:rPr lang="en-US"/>
              <a:t>Absence of validated </a:t>
            </a:r>
            <a:r>
              <a:rPr lang="en-US" err="1"/>
              <a:t>NAb</a:t>
            </a:r>
            <a:r>
              <a:rPr lang="en-US"/>
              <a:t> unlikely to pose a substantial risk for BLA, although likely result in a PMC</a:t>
            </a:r>
          </a:p>
          <a:p>
            <a:pPr lvl="4"/>
            <a:r>
              <a:rPr lang="en-US"/>
              <a:t>Above proposal is acceptable</a:t>
            </a:r>
          </a:p>
          <a:p>
            <a:endParaRPr lang="en-US" b="1"/>
          </a:p>
          <a:p>
            <a:r>
              <a:rPr lang="en-US" b="1"/>
              <a:t> </a:t>
            </a:r>
            <a:endParaRPr lang="en-US"/>
          </a:p>
          <a:p>
            <a:endParaRPr lang="en-US"/>
          </a:p>
        </p:txBody>
      </p:sp>
    </p:spTree>
    <p:extLst>
      <p:ext uri="{BB962C8B-B14F-4D97-AF65-F5344CB8AC3E}">
        <p14:creationId xmlns:p14="http://schemas.microsoft.com/office/powerpoint/2010/main" val="250122536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1803-F3D1-39BF-4239-9D053D97726E}"/>
              </a:ext>
            </a:extLst>
          </p:cNvPr>
          <p:cNvSpPr>
            <a:spLocks noGrp="1"/>
          </p:cNvSpPr>
          <p:nvPr>
            <p:ph type="title"/>
          </p:nvPr>
        </p:nvSpPr>
        <p:spPr/>
        <p:txBody>
          <a:bodyPr/>
          <a:lstStyle/>
          <a:p>
            <a:r>
              <a:rPr lang="en-US" b="1"/>
              <a:t>Considerations When Multiple ADA Assays Developed for Same Compound</a:t>
            </a:r>
            <a:endParaRPr lang="en-US"/>
          </a:p>
        </p:txBody>
      </p:sp>
      <p:sp>
        <p:nvSpPr>
          <p:cNvPr id="3" name="Table Placeholder 2">
            <a:extLst>
              <a:ext uri="{FF2B5EF4-FFF2-40B4-BE49-F238E27FC236}">
                <a16:creationId xmlns:a16="http://schemas.microsoft.com/office/drawing/2014/main" id="{A9013717-D776-34C1-02E4-418C9E409659}"/>
              </a:ext>
            </a:extLst>
          </p:cNvPr>
          <p:cNvSpPr>
            <a:spLocks noGrp="1"/>
          </p:cNvSpPr>
          <p:nvPr>
            <p:ph type="tbl" sz="quarter" idx="17"/>
          </p:nvPr>
        </p:nvSpPr>
        <p:spPr/>
        <p:txBody>
          <a:bodyPr/>
          <a:lstStyle/>
          <a:p>
            <a:pPr marL="285750" indent="-285750">
              <a:buFont typeface="Arial" panose="020B0604020202020204" pitchFamily="34" charset="0"/>
              <a:buChar char="•"/>
            </a:pPr>
            <a:r>
              <a:rPr lang="en-US"/>
              <a:t>No concordance/cross-validation needed, and reasonable to report results from different assays</a:t>
            </a:r>
          </a:p>
          <a:p>
            <a:pPr marL="285750" indent="-285750">
              <a:buFont typeface="Arial" panose="020B0604020202020204" pitchFamily="34" charset="0"/>
              <a:buChar char="•"/>
            </a:pPr>
            <a:r>
              <a:rPr lang="en-US"/>
              <a:t>Agency recognized the fact that ADA may be analyzed by different assays (below from FDA draft guidance immunogenicity labeling) </a:t>
            </a:r>
          </a:p>
          <a:p>
            <a:pPr marL="285750" indent="-285750">
              <a:buFont typeface="Arial" panose="020B0604020202020204" pitchFamily="34" charset="0"/>
              <a:buChar char="•"/>
            </a:pPr>
            <a:r>
              <a:rPr lang="en-US"/>
              <a:t>Example: c-Met ADC (</a:t>
            </a:r>
            <a:r>
              <a:rPr lang="en-US" err="1"/>
              <a:t>Telisotuzumab</a:t>
            </a:r>
            <a:r>
              <a:rPr lang="en-US"/>
              <a:t> Vedotin) used two ADA assays (both validated, </a:t>
            </a:r>
            <a:r>
              <a:rPr lang="en-US">
                <a:hlinkClick r:id="rId2"/>
              </a:rPr>
              <a:t>FDA review page 68</a:t>
            </a:r>
            <a:r>
              <a:rPr lang="en-US"/>
              <a:t>)</a:t>
            </a:r>
          </a:p>
        </p:txBody>
      </p:sp>
      <p:grpSp>
        <p:nvGrpSpPr>
          <p:cNvPr id="6" name="Group 5">
            <a:extLst>
              <a:ext uri="{FF2B5EF4-FFF2-40B4-BE49-F238E27FC236}">
                <a16:creationId xmlns:a16="http://schemas.microsoft.com/office/drawing/2014/main" id="{57BE683A-E3AB-9BEA-BD15-0FA17F9B84F7}"/>
              </a:ext>
            </a:extLst>
          </p:cNvPr>
          <p:cNvGrpSpPr/>
          <p:nvPr/>
        </p:nvGrpSpPr>
        <p:grpSpPr>
          <a:xfrm>
            <a:off x="2061754" y="2921603"/>
            <a:ext cx="7033500" cy="2023124"/>
            <a:chOff x="2061754" y="2921603"/>
            <a:chExt cx="7033500" cy="2023124"/>
          </a:xfrm>
        </p:grpSpPr>
        <p:pic>
          <p:nvPicPr>
            <p:cNvPr id="7" name="Picture 6">
              <a:extLst>
                <a:ext uri="{FF2B5EF4-FFF2-40B4-BE49-F238E27FC236}">
                  <a16:creationId xmlns:a16="http://schemas.microsoft.com/office/drawing/2014/main" id="{AEE338A4-4478-9DBD-F724-F5BD9E25AF47}"/>
                </a:ext>
              </a:extLst>
            </p:cNvPr>
            <p:cNvPicPr>
              <a:picLocks noChangeAspect="1"/>
            </p:cNvPicPr>
            <p:nvPr/>
          </p:nvPicPr>
          <p:blipFill>
            <a:blip r:embed="rId3"/>
            <a:stretch>
              <a:fillRect/>
            </a:stretch>
          </p:blipFill>
          <p:spPr>
            <a:xfrm>
              <a:off x="2061754" y="3283922"/>
              <a:ext cx="6738124" cy="1660805"/>
            </a:xfrm>
            <a:prstGeom prst="rect">
              <a:avLst/>
            </a:prstGeom>
          </p:spPr>
        </p:pic>
        <p:sp>
          <p:nvSpPr>
            <p:cNvPr id="5" name="TextBox 4">
              <a:extLst>
                <a:ext uri="{FF2B5EF4-FFF2-40B4-BE49-F238E27FC236}">
                  <a16:creationId xmlns:a16="http://schemas.microsoft.com/office/drawing/2014/main" id="{7F2A3FEF-FA4A-39EC-36A8-24086893C9B2}"/>
                </a:ext>
              </a:extLst>
            </p:cNvPr>
            <p:cNvSpPr txBox="1"/>
            <p:nvPr/>
          </p:nvSpPr>
          <p:spPr>
            <a:xfrm>
              <a:off x="3000376" y="2921603"/>
              <a:ext cx="6094878" cy="276999"/>
            </a:xfrm>
            <a:prstGeom prst="rect">
              <a:avLst/>
            </a:prstGeom>
            <a:noFill/>
          </p:spPr>
          <p:txBody>
            <a:bodyPr wrap="square">
              <a:spAutoFit/>
            </a:bodyPr>
            <a:lstStyle/>
            <a:p>
              <a:r>
                <a:rPr lang="en-US" sz="1200" i="1"/>
                <a:t>FDA draft guidance immunogenicity labeling</a:t>
              </a:r>
            </a:p>
          </p:txBody>
        </p:sp>
      </p:grpSp>
    </p:spTree>
    <p:extLst>
      <p:ext uri="{BB962C8B-B14F-4D97-AF65-F5344CB8AC3E}">
        <p14:creationId xmlns:p14="http://schemas.microsoft.com/office/powerpoint/2010/main" val="2310481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D31A-2856-8861-9C57-7FB44D11AB15}"/>
              </a:ext>
            </a:extLst>
          </p:cNvPr>
          <p:cNvSpPr>
            <a:spLocks noGrp="1"/>
          </p:cNvSpPr>
          <p:nvPr>
            <p:ph type="title"/>
          </p:nvPr>
        </p:nvSpPr>
        <p:spPr/>
        <p:txBody>
          <a:bodyPr/>
          <a:lstStyle/>
          <a:p>
            <a:r>
              <a:rPr lang="en-US" b="1">
                <a:cs typeface="Times New Roman"/>
              </a:rPr>
              <a:t>Reporting Persistent or Transient ADA</a:t>
            </a:r>
            <a:endParaRPr lang="en-US" b="1"/>
          </a:p>
        </p:txBody>
      </p:sp>
      <p:sp>
        <p:nvSpPr>
          <p:cNvPr id="3" name="Table Placeholder 2">
            <a:extLst>
              <a:ext uri="{FF2B5EF4-FFF2-40B4-BE49-F238E27FC236}">
                <a16:creationId xmlns:a16="http://schemas.microsoft.com/office/drawing/2014/main" id="{D0832D05-25B9-35DA-BACB-DA6CD00B7A89}"/>
              </a:ext>
            </a:extLst>
          </p:cNvPr>
          <p:cNvSpPr>
            <a:spLocks noGrp="1"/>
          </p:cNvSpPr>
          <p:nvPr>
            <p:ph type="tbl" sz="quarter" idx="17"/>
          </p:nvPr>
        </p:nvSpPr>
        <p:spPr>
          <a:xfrm>
            <a:off x="595313" y="1402107"/>
            <a:ext cx="10999787" cy="4391930"/>
          </a:xfrm>
        </p:spPr>
        <p:txBody>
          <a:bodyPr/>
          <a:lstStyle/>
          <a:p>
            <a:pPr marL="285750" indent="-285750">
              <a:buFont typeface="Arial" panose="020B0604020202020204" pitchFamily="34" charset="0"/>
              <a:buChar char="•"/>
            </a:pPr>
            <a:r>
              <a:rPr lang="en-US"/>
              <a:t>Definition of persistent vs transient ADA per immunogenicity white paper: </a:t>
            </a:r>
          </a:p>
          <a:p>
            <a:pPr marL="463550" lvl="2" indent="-285750"/>
            <a:r>
              <a:rPr lang="en-US"/>
              <a:t>Persistent ADA: time between first and last positive ADA ≥ </a:t>
            </a:r>
            <a:r>
              <a:rPr lang="en-US">
                <a:cs typeface="Times New Roman"/>
              </a:rPr>
              <a:t>16 weeks (~ 5 T1/2 of </a:t>
            </a:r>
            <a:r>
              <a:rPr lang="en-US" err="1">
                <a:cs typeface="Times New Roman"/>
              </a:rPr>
              <a:t>IGg</a:t>
            </a:r>
            <a:r>
              <a:rPr lang="en-US">
                <a:cs typeface="Times New Roman"/>
              </a:rPr>
              <a:t>) </a:t>
            </a:r>
          </a:p>
          <a:p>
            <a:pPr marL="463550" lvl="2" indent="-285750"/>
            <a:r>
              <a:rPr lang="en-US"/>
              <a:t>Transient ADA: time between first and last positive ADA  &lt;</a:t>
            </a:r>
            <a:r>
              <a:rPr lang="en-US">
                <a:latin typeface="Arial"/>
                <a:cs typeface="Times New Roman"/>
              </a:rPr>
              <a:t> 16 weeks</a:t>
            </a:r>
          </a:p>
          <a:p>
            <a:pPr marL="285750" indent="-285750">
              <a:buFont typeface="Arial" panose="020B0604020202020204" pitchFamily="34" charset="0"/>
              <a:buChar char="•"/>
            </a:pPr>
            <a:r>
              <a:rPr lang="en-US" b="1" u="sng">
                <a:latin typeface="Arial"/>
                <a:ea typeface="Times New Roman" panose="02020603050405020304" pitchFamily="18" charset="0"/>
                <a:cs typeface="Times New Roman"/>
              </a:rPr>
              <a:t>Recommend not using this terminology for oncology programs</a:t>
            </a:r>
            <a:r>
              <a:rPr lang="en-US">
                <a:latin typeface="Arial"/>
                <a:ea typeface="Times New Roman" panose="02020603050405020304" pitchFamily="18" charset="0"/>
                <a:cs typeface="Times New Roman"/>
              </a:rPr>
              <a:t>, as </a:t>
            </a:r>
            <a:r>
              <a:rPr lang="en-US" sz="1400" kern="1200">
                <a:effectLst/>
                <a:latin typeface="Arial"/>
                <a:ea typeface="Times New Roman" panose="02020603050405020304" pitchFamily="18" charset="0"/>
                <a:cs typeface="Times New Roman"/>
              </a:rPr>
              <a:t>ADA dynamic is often confounded by follow up duration.</a:t>
            </a:r>
          </a:p>
          <a:p>
            <a:pPr marL="463550" lvl="2" indent="-285750"/>
            <a:r>
              <a:rPr lang="en-US">
                <a:latin typeface="Arial"/>
                <a:ea typeface="Times New Roman" panose="02020603050405020304" pitchFamily="18" charset="0"/>
                <a:cs typeface="Times New Roman"/>
              </a:rPr>
              <a:t>Duration of ADA will still be summarized (suggest using KM estimate or separate “censored” vs. “non-censored” for ADA assessment)</a:t>
            </a:r>
            <a:r>
              <a:rPr lang="en-US" kern="1200">
                <a:effectLst/>
                <a:latin typeface="Arial"/>
                <a:ea typeface="Times New Roman" panose="02020603050405020304" pitchFamily="18" charset="0"/>
                <a:cs typeface="Times New Roman"/>
              </a:rPr>
              <a:t> </a:t>
            </a:r>
          </a:p>
          <a:p>
            <a:pPr marL="463550" lvl="2" indent="-285750"/>
            <a:r>
              <a:rPr lang="en-US"/>
              <a:t>For oncology programs, more meaningful to summarize ADA sampling schedule and duration (time from C1D1 to last ADA sample) in the context of the treatment duration and follow up duration</a:t>
            </a:r>
          </a:p>
          <a:p>
            <a:pPr marL="463550" lvl="2" indent="-285750"/>
            <a:endParaRPr lang="en-US" sz="1400" b="1" kern="120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r>
              <a:rPr lang="en-US" b="1"/>
              <a:t>ADA sampling schedule</a:t>
            </a:r>
            <a:endParaRPr lang="en-US" b="1">
              <a:cs typeface="Arial"/>
            </a:endParaRPr>
          </a:p>
          <a:p>
            <a:pPr marL="285750" indent="-285750">
              <a:buFont typeface="Arial" panose="020B0604020202020204" pitchFamily="34" charset="0"/>
              <a:buChar char="•"/>
            </a:pPr>
            <a:r>
              <a:rPr lang="en-US"/>
              <a:t>Synchronize with PK sampling schedule</a:t>
            </a:r>
            <a:endParaRPr lang="en-US">
              <a:cs typeface="Arial"/>
            </a:endParaRPr>
          </a:p>
          <a:p>
            <a:pPr marL="285750" indent="-285750">
              <a:buFont typeface="Arial" panose="020B0604020202020204" pitchFamily="34" charset="0"/>
              <a:buChar char="•"/>
            </a:pPr>
            <a:r>
              <a:rPr lang="en-US"/>
              <a:t>FIH: C1D1, one sample between C1D6-15 depending on PK scheduling, D1 of C2,4,6,8 and then every 4C (~ 3mo) until EOT, FU up to D120, and depending on the protocol survival FU</a:t>
            </a:r>
            <a:endParaRPr lang="en-US">
              <a:cs typeface="Arial"/>
            </a:endParaRPr>
          </a:p>
          <a:p>
            <a:pPr marL="463550" lvl="2" indent="-285750"/>
            <a:r>
              <a:rPr lang="en-US"/>
              <a:t>One sample between C1D6-15 to account for the detection of early response and short t1/2 of IgM (occurring in 4-7 days, t1/2 ~ 5 days)</a:t>
            </a:r>
            <a:endParaRPr lang="en-US">
              <a:cs typeface="Arial"/>
            </a:endParaRPr>
          </a:p>
          <a:p>
            <a:pPr marL="463550" lvl="2" indent="-285750"/>
            <a:r>
              <a:rPr lang="en-US"/>
              <a:t>Survival FU usually not require onsite visits; in case of protocol requiring onsite visit, collection of ADA samples may also be considered</a:t>
            </a:r>
            <a:endParaRPr lang="en-US">
              <a:cs typeface="Arial"/>
            </a:endParaRPr>
          </a:p>
          <a:p>
            <a:pPr marL="285750" indent="-285750">
              <a:buFont typeface="Arial" panose="020B0604020202020204" pitchFamily="34" charset="0"/>
              <a:buChar char="•"/>
            </a:pPr>
            <a:r>
              <a:rPr lang="en-US"/>
              <a:t>Ph2/3 (after basic understanding from FIH) schedule can be further reduced depending on the understanding of ADA from ph1/2 trial</a:t>
            </a:r>
            <a:endParaRPr lang="en-US">
              <a:cs typeface="Arial"/>
            </a:endParaRPr>
          </a:p>
          <a:p>
            <a:pPr marL="463550" lvl="2" indent="-285750"/>
            <a:r>
              <a:rPr lang="en-US"/>
              <a:t>Example: C1D1, </a:t>
            </a:r>
            <a:r>
              <a:rPr lang="en-US" strike="sngStrike"/>
              <a:t>C1D6-15,</a:t>
            </a:r>
            <a:r>
              <a:rPr lang="en-US"/>
              <a:t> D1 of C2,4,</a:t>
            </a:r>
            <a:r>
              <a:rPr lang="en-US" strike="sngStrike"/>
              <a:t>6,</a:t>
            </a:r>
            <a:r>
              <a:rPr lang="en-US"/>
              <a:t> 8 and then every 4C until C16 (if ADA rate is low or mostly occurring before C16; alternatively, every 8C until EOT), and EOT, FU up to D120</a:t>
            </a:r>
            <a:endParaRPr lang="en-US">
              <a:cs typeface="Arial"/>
            </a:endParaRPr>
          </a:p>
          <a:p>
            <a:pPr marL="285750" lvl="1" indent="-285750"/>
            <a:endParaRPr lang="en-US" sz="1400" b="1" kern="120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sz="1400" b="1"/>
          </a:p>
          <a:p>
            <a:endParaRPr lang="en-US" sz="1400" b="1"/>
          </a:p>
          <a:p>
            <a:endParaRPr lang="en-US"/>
          </a:p>
        </p:txBody>
      </p:sp>
    </p:spTree>
    <p:extLst>
      <p:ext uri="{BB962C8B-B14F-4D97-AF65-F5344CB8AC3E}">
        <p14:creationId xmlns:p14="http://schemas.microsoft.com/office/powerpoint/2010/main" val="205164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AA1F5-D628-1899-2B8A-36F5A3A4BA99}"/>
              </a:ext>
            </a:extLst>
          </p:cNvPr>
          <p:cNvSpPr>
            <a:spLocks noGrp="1"/>
          </p:cNvSpPr>
          <p:nvPr>
            <p:ph type="title"/>
          </p:nvPr>
        </p:nvSpPr>
        <p:spPr/>
        <p:txBody>
          <a:bodyPr/>
          <a:lstStyle/>
          <a:p>
            <a:r>
              <a:rPr lang="en-US" b="1"/>
              <a:t>Scope of ADA Analysis</a:t>
            </a:r>
            <a:endParaRPr lang="en-US"/>
          </a:p>
        </p:txBody>
      </p:sp>
      <p:sp>
        <p:nvSpPr>
          <p:cNvPr id="5" name="Content Placeholder 4">
            <a:extLst>
              <a:ext uri="{FF2B5EF4-FFF2-40B4-BE49-F238E27FC236}">
                <a16:creationId xmlns:a16="http://schemas.microsoft.com/office/drawing/2014/main" id="{65F463FE-CAB3-3371-34D9-B9583F96CE5A}"/>
              </a:ext>
            </a:extLst>
          </p:cNvPr>
          <p:cNvSpPr>
            <a:spLocks noGrp="1"/>
          </p:cNvSpPr>
          <p:nvPr>
            <p:ph idx="1"/>
          </p:nvPr>
        </p:nvSpPr>
        <p:spPr/>
        <p:txBody>
          <a:bodyPr vert="horz" lIns="0" tIns="0" rIns="0" bIns="0" rtlCol="0" anchor="t">
            <a:noAutofit/>
          </a:bodyPr>
          <a:lstStyle/>
          <a:p>
            <a:r>
              <a:rPr lang="en-US" b="1"/>
              <a:t>The scope of ADA analysis may depend on ADA rate &amp; development stage</a:t>
            </a:r>
          </a:p>
          <a:p>
            <a:pPr marL="349250" lvl="2" indent="-171450"/>
            <a:r>
              <a:rPr lang="en-US"/>
              <a:t>Scope of ADA analysis basic to comprehensive: </a:t>
            </a:r>
          </a:p>
          <a:p>
            <a:pPr marL="527050" lvl="3" indent="-171450"/>
            <a:r>
              <a:rPr lang="en-US"/>
              <a:t>Basic summary &amp; listing (prevalence, incidence, titer, etc.), </a:t>
            </a:r>
          </a:p>
          <a:p>
            <a:pPr marL="527050" lvl="3" indent="-171450"/>
            <a:r>
              <a:rPr lang="en-US"/>
              <a:t>PK, key safety &amp; efficacy endpoint by ADA status, </a:t>
            </a:r>
          </a:p>
          <a:p>
            <a:pPr marL="527050" lvl="3" indent="-171450"/>
            <a:r>
              <a:rPr lang="en-US"/>
              <a:t>ADA dynamics (titer dynamics, time to onset, duration, etc.)</a:t>
            </a:r>
            <a:endParaRPr lang="en-US">
              <a:cs typeface="Arial"/>
            </a:endParaRPr>
          </a:p>
          <a:p>
            <a:pPr marL="349250" lvl="2" indent="-171450"/>
            <a:r>
              <a:rPr lang="en-US"/>
              <a:t>Recommended analysis for low ADA rate programs (i.e., &lt;5%): </a:t>
            </a:r>
          </a:p>
          <a:p>
            <a:pPr marL="527050" lvl="3" indent="-171450"/>
            <a:r>
              <a:rPr lang="en-US"/>
              <a:t>Basic summary for CSR, key safety &amp; efficacy endpoint by ADA status as a place holder for TFL shell; </a:t>
            </a:r>
          </a:p>
          <a:p>
            <a:pPr marL="527050" lvl="3" indent="-171450"/>
            <a:r>
              <a:rPr lang="en-US"/>
              <a:t>Basic summary + listing of key efficacy &amp; safety for ADA positive subjects for BLA </a:t>
            </a:r>
          </a:p>
          <a:p>
            <a:pPr marL="527050" lvl="3" indent="-171450"/>
            <a:r>
              <a:rPr lang="en-US"/>
              <a:t>ISI may not be necessary (particularly is ADA assay is also straightforward), although nice to have as a central document</a:t>
            </a:r>
            <a:endParaRPr lang="en-US">
              <a:cs typeface="Arial"/>
            </a:endParaRPr>
          </a:p>
          <a:p>
            <a:pPr marL="349250" lvl="2" indent="-171450"/>
            <a:r>
              <a:rPr lang="en-US"/>
              <a:t>For moderate and high ADA rate programs: </a:t>
            </a:r>
          </a:p>
          <a:p>
            <a:pPr marL="527050" lvl="3" indent="-171450"/>
            <a:r>
              <a:rPr lang="en-US"/>
              <a:t>Basic summary for CSR; </a:t>
            </a:r>
          </a:p>
          <a:p>
            <a:pPr marL="527050" lvl="3" indent="-171450"/>
            <a:r>
              <a:rPr lang="en-US"/>
              <a:t>Key safety &amp; efficacy endpoint by ADA status, impact on PK, ADA dynamics for BLA; </a:t>
            </a:r>
          </a:p>
          <a:p>
            <a:pPr marL="527050" lvl="3" indent="-171450"/>
            <a:r>
              <a:rPr lang="en-US"/>
              <a:t>ISI is highly recommended </a:t>
            </a:r>
            <a:endParaRPr lang="en-US">
              <a:cs typeface="Arial"/>
            </a:endParaRPr>
          </a:p>
          <a:p>
            <a:pPr marL="171450" lvl="1" indent="-171450">
              <a:buFont typeface="Arial" panose="020B0604020202020204" pitchFamily="34" charset="0"/>
              <a:buChar char="•"/>
            </a:pPr>
            <a:endParaRPr lang="en-US"/>
          </a:p>
        </p:txBody>
      </p:sp>
      <p:sp>
        <p:nvSpPr>
          <p:cNvPr id="6" name="Text Placeholder 5">
            <a:extLst>
              <a:ext uri="{FF2B5EF4-FFF2-40B4-BE49-F238E27FC236}">
                <a16:creationId xmlns:a16="http://schemas.microsoft.com/office/drawing/2014/main" id="{606AA645-2F0D-DD82-321C-E696A6A700B0}"/>
              </a:ext>
            </a:extLst>
          </p:cNvPr>
          <p:cNvSpPr>
            <a:spLocks noGrp="1"/>
          </p:cNvSpPr>
          <p:nvPr>
            <p:ph type="body" sz="quarter" idx="14"/>
          </p:nvPr>
        </p:nvSpPr>
        <p:spPr/>
        <p:txBody>
          <a:bodyPr/>
          <a:lstStyle/>
          <a:p>
            <a:endParaRPr lang="en-US"/>
          </a:p>
        </p:txBody>
      </p:sp>
      <p:sp>
        <p:nvSpPr>
          <p:cNvPr id="7" name="Text Placeholder 6">
            <a:extLst>
              <a:ext uri="{FF2B5EF4-FFF2-40B4-BE49-F238E27FC236}">
                <a16:creationId xmlns:a16="http://schemas.microsoft.com/office/drawing/2014/main" id="{1F4E20BD-DC12-EEB4-6657-2B7FED6B8E19}"/>
              </a:ext>
            </a:extLst>
          </p:cNvPr>
          <p:cNvSpPr>
            <a:spLocks noGrp="1"/>
          </p:cNvSpPr>
          <p:nvPr>
            <p:ph type="body" sz="quarter" idx="16"/>
          </p:nvPr>
        </p:nvSpPr>
        <p:spPr/>
        <p:txBody>
          <a:bodyPr/>
          <a:lstStyle/>
          <a:p>
            <a:endParaRPr lang="en-US"/>
          </a:p>
        </p:txBody>
      </p:sp>
      <p:sp>
        <p:nvSpPr>
          <p:cNvPr id="8" name="Text Placeholder 7">
            <a:extLst>
              <a:ext uri="{FF2B5EF4-FFF2-40B4-BE49-F238E27FC236}">
                <a16:creationId xmlns:a16="http://schemas.microsoft.com/office/drawing/2014/main" id="{8747C0F5-1DA0-B698-C2B7-5844CBA748C8}"/>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2755824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0ED6-BAC3-9C53-F742-F82EEEE82F09}"/>
              </a:ext>
            </a:extLst>
          </p:cNvPr>
          <p:cNvSpPr>
            <a:spLocks noGrp="1"/>
          </p:cNvSpPr>
          <p:nvPr>
            <p:ph type="title"/>
          </p:nvPr>
        </p:nvSpPr>
        <p:spPr/>
        <p:txBody>
          <a:bodyPr/>
          <a:lstStyle/>
          <a:p>
            <a:r>
              <a:rPr lang="en-US" b="1"/>
              <a:t>New Directions of ADA Assay—BASE Proposal</a:t>
            </a:r>
            <a:endParaRPr lang="en-US"/>
          </a:p>
        </p:txBody>
      </p:sp>
      <p:sp>
        <p:nvSpPr>
          <p:cNvPr id="3" name="Table Placeholder 2">
            <a:extLst>
              <a:ext uri="{FF2B5EF4-FFF2-40B4-BE49-F238E27FC236}">
                <a16:creationId xmlns:a16="http://schemas.microsoft.com/office/drawing/2014/main" id="{9A5C6E1D-F088-C448-6FED-E71A0A59AE1A}"/>
              </a:ext>
            </a:extLst>
          </p:cNvPr>
          <p:cNvSpPr>
            <a:spLocks noGrp="1"/>
          </p:cNvSpPr>
          <p:nvPr>
            <p:ph type="tbl" sz="quarter" idx="17"/>
          </p:nvPr>
        </p:nvSpPr>
        <p:spPr>
          <a:xfrm>
            <a:off x="595314" y="1636713"/>
            <a:ext cx="11070010" cy="4391930"/>
          </a:xfrm>
        </p:spPr>
        <p:txBody>
          <a:bodyPr/>
          <a:lstStyle/>
          <a:p>
            <a:pPr marL="285750" lvl="1" indent="-285750">
              <a:buFont typeface="Arial" panose="020B0604020202020204" pitchFamily="34" charset="0"/>
              <a:buChar char="•"/>
            </a:pPr>
            <a:r>
              <a:rPr lang="en-US" sz="1400"/>
              <a:t>Proposal 1: Report signal to noise ratio instead of titer for future ADA analysis</a:t>
            </a:r>
          </a:p>
          <a:p>
            <a:pPr marL="463550" lvl="2" indent="-285750"/>
            <a:r>
              <a:rPr lang="en-US"/>
              <a:t>BASE rationale: </a:t>
            </a:r>
          </a:p>
          <a:p>
            <a:pPr marL="641350" lvl="3" indent="-285750"/>
            <a:r>
              <a:rPr lang="en-US"/>
              <a:t>Both are semi-quantitative methods</a:t>
            </a:r>
          </a:p>
          <a:p>
            <a:pPr marL="641350" lvl="3" indent="-285750"/>
            <a:r>
              <a:rPr lang="en-US"/>
              <a:t>Titer: fold of dilution until signal no longer above the pre-specified cut-off</a:t>
            </a:r>
          </a:p>
          <a:p>
            <a:pPr marL="641350" lvl="3" indent="-285750"/>
            <a:r>
              <a:rPr lang="en-US"/>
              <a:t>Signal to noise ratio: ratio of the sample's signal to the background noise in the initial screening assay</a:t>
            </a:r>
          </a:p>
          <a:p>
            <a:pPr marL="819150" lvl="4" indent="-285750"/>
            <a:r>
              <a:rPr lang="en-US"/>
              <a:t>Simple &amp; cost-effective</a:t>
            </a:r>
          </a:p>
          <a:p>
            <a:pPr marL="819150" lvl="4" indent="-285750"/>
            <a:r>
              <a:rPr lang="en-US"/>
              <a:t>Supported by scientific community and demonstrated success in regulatory interactions (examples to be shared)</a:t>
            </a:r>
          </a:p>
          <a:p>
            <a:pPr marL="819150" lvl="4" indent="-285750"/>
            <a:r>
              <a:rPr lang="en-US"/>
              <a:t>Caveat: assay validation needs to characterize and document the S/N relationship with concentration (i.e., the signal may plateau)</a:t>
            </a:r>
          </a:p>
          <a:p>
            <a:pPr marL="463550" lvl="2" indent="-285750"/>
            <a:r>
              <a:rPr lang="en-US"/>
              <a:t>Clin pharm position: titer remains FDA preferred method. Recommend develop titer assay and compare with the results from S/N approach. To skip the development of titer assay, </a:t>
            </a:r>
            <a:r>
              <a:rPr lang="en-US" b="1" u="sng"/>
              <a:t>examples needed of recent initial BLA where S/N is used in lieu of titer</a:t>
            </a:r>
          </a:p>
          <a:p>
            <a:pPr marL="463550" lvl="2" indent="-285750"/>
            <a:endParaRPr lang="en-US"/>
          </a:p>
          <a:p>
            <a:pPr marL="285750" indent="-285750">
              <a:buFont typeface="Arial" panose="020B0604020202020204" pitchFamily="34" charset="0"/>
              <a:buChar char="•"/>
            </a:pPr>
            <a:r>
              <a:rPr lang="en-US"/>
              <a:t>Proposal 2: Singlet instead of doublet in PK/ADA Assay:</a:t>
            </a:r>
          </a:p>
          <a:p>
            <a:pPr marL="463550" lvl="2" indent="-285750"/>
            <a:r>
              <a:rPr lang="en-US"/>
              <a:t>BASE rationale: singlet approach well-accepted in the scientific field  as the duplicate approach was utilized before the assay automation age to reduce operation error</a:t>
            </a:r>
          </a:p>
          <a:p>
            <a:pPr marL="463550" lvl="2" indent="-285750"/>
            <a:r>
              <a:rPr lang="en-US"/>
              <a:t>Clin pharm position: no objection if assay meets all required validation criteria </a:t>
            </a:r>
          </a:p>
        </p:txBody>
      </p:sp>
      <p:graphicFrame>
        <p:nvGraphicFramePr>
          <p:cNvPr id="4" name="Object 3">
            <a:extLst>
              <a:ext uri="{FF2B5EF4-FFF2-40B4-BE49-F238E27FC236}">
                <a16:creationId xmlns:a16="http://schemas.microsoft.com/office/drawing/2014/main" id="{70728D91-E06B-7D42-1A16-51E01913472E}"/>
              </a:ext>
            </a:extLst>
          </p:cNvPr>
          <p:cNvGraphicFramePr>
            <a:graphicFrameLocks noChangeAspect="1"/>
          </p:cNvGraphicFramePr>
          <p:nvPr>
            <p:extLst>
              <p:ext uri="{D42A27DB-BD31-4B8C-83A1-F6EECF244321}">
                <p14:modId xmlns:p14="http://schemas.microsoft.com/office/powerpoint/2010/main" val="2164052131"/>
              </p:ext>
            </p:extLst>
          </p:nvPr>
        </p:nvGraphicFramePr>
        <p:xfrm>
          <a:off x="10222927" y="829357"/>
          <a:ext cx="1613474" cy="2132687"/>
        </p:xfrm>
        <a:graphic>
          <a:graphicData uri="http://schemas.openxmlformats.org/presentationml/2006/ole">
            <mc:AlternateContent xmlns:mc="http://schemas.openxmlformats.org/markup-compatibility/2006">
              <mc:Choice xmlns:v="urn:schemas-microsoft-com:vml" Requires="v">
                <p:oleObj name="Acrobat Document" r:id="rId2" imgW="5667289" imgH="7533974" progId="Acrobat.Document.DC">
                  <p:embed/>
                </p:oleObj>
              </mc:Choice>
              <mc:Fallback>
                <p:oleObj name="Acrobat Document" r:id="rId2" imgW="5667289" imgH="7533974" progId="Acrobat.Document.DC">
                  <p:embed/>
                  <p:pic>
                    <p:nvPicPr>
                      <p:cNvPr id="4" name="Object 3">
                        <a:extLst>
                          <a:ext uri="{FF2B5EF4-FFF2-40B4-BE49-F238E27FC236}">
                            <a16:creationId xmlns:a16="http://schemas.microsoft.com/office/drawing/2014/main" id="{70728D91-E06B-7D42-1A16-51E01913472E}"/>
                          </a:ext>
                        </a:extLst>
                      </p:cNvPr>
                      <p:cNvPicPr/>
                      <p:nvPr/>
                    </p:nvPicPr>
                    <p:blipFill>
                      <a:blip r:embed="rId3"/>
                      <a:stretch>
                        <a:fillRect/>
                      </a:stretch>
                    </p:blipFill>
                    <p:spPr>
                      <a:xfrm>
                        <a:off x="10222927" y="829357"/>
                        <a:ext cx="1613474" cy="2132687"/>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E785BFA7-75BA-D395-094F-FA7CDCD4C0E8}"/>
              </a:ext>
            </a:extLst>
          </p:cNvPr>
          <p:cNvSpPr txBox="1"/>
          <p:nvPr/>
        </p:nvSpPr>
        <p:spPr>
          <a:xfrm>
            <a:off x="8556171" y="154899"/>
            <a:ext cx="3215392"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200">
                <a:cs typeface="Arial"/>
              </a:rPr>
              <a:t>More details of S/N methods, including how MSR (minimum significant ratio) was used to determine treatment-boosted ADA, can be found in the paper below. </a:t>
            </a:r>
            <a:endParaRPr lang="en-US" sz="1200"/>
          </a:p>
        </p:txBody>
      </p:sp>
    </p:spTree>
    <p:extLst>
      <p:ext uri="{BB962C8B-B14F-4D97-AF65-F5344CB8AC3E}">
        <p14:creationId xmlns:p14="http://schemas.microsoft.com/office/powerpoint/2010/main" val="641017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5B151-E1D9-1F50-AD18-614E5F870456}"/>
              </a:ext>
            </a:extLst>
          </p:cNvPr>
          <p:cNvSpPr>
            <a:spLocks noGrp="1"/>
          </p:cNvSpPr>
          <p:nvPr>
            <p:ph type="title"/>
          </p:nvPr>
        </p:nvSpPr>
        <p:spPr/>
        <p:txBody>
          <a:bodyPr/>
          <a:lstStyle/>
          <a:p>
            <a:r>
              <a:rPr lang="en-US">
                <a:cs typeface="Arial"/>
              </a:rPr>
              <a:t>ADA titer, MRD, dilution factor, treatment boosted</a:t>
            </a:r>
            <a:endParaRPr lang="en-US"/>
          </a:p>
        </p:txBody>
      </p:sp>
      <p:sp>
        <p:nvSpPr>
          <p:cNvPr id="3" name="Table Placeholder 2">
            <a:extLst>
              <a:ext uri="{FF2B5EF4-FFF2-40B4-BE49-F238E27FC236}">
                <a16:creationId xmlns:a16="http://schemas.microsoft.com/office/drawing/2014/main" id="{87311C68-3625-C4FB-728B-426BCFA79250}"/>
              </a:ext>
            </a:extLst>
          </p:cNvPr>
          <p:cNvSpPr>
            <a:spLocks noGrp="1"/>
          </p:cNvSpPr>
          <p:nvPr>
            <p:ph type="tbl" sz="quarter" idx="17"/>
          </p:nvPr>
        </p:nvSpPr>
        <p:spPr/>
        <p:txBody>
          <a:bodyPr/>
          <a:lstStyle/>
          <a:p>
            <a:endParaRPr lang="en-US"/>
          </a:p>
        </p:txBody>
      </p:sp>
    </p:spTree>
    <p:extLst>
      <p:ext uri="{BB962C8B-B14F-4D97-AF65-F5344CB8AC3E}">
        <p14:creationId xmlns:p14="http://schemas.microsoft.com/office/powerpoint/2010/main" val="4219398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83E3A-6295-984F-0112-A07A15EAD774}"/>
              </a:ext>
            </a:extLst>
          </p:cNvPr>
          <p:cNvSpPr>
            <a:spLocks noGrp="1"/>
          </p:cNvSpPr>
          <p:nvPr>
            <p:ph type="ctrTitle"/>
          </p:nvPr>
        </p:nvSpPr>
        <p:spPr/>
        <p:txBody>
          <a:bodyPr/>
          <a:lstStyle/>
          <a:p>
            <a:r>
              <a:rPr lang="en-US">
                <a:cs typeface="Arial"/>
              </a:rPr>
              <a:t>Standard Protocol and SAP Language </a:t>
            </a:r>
            <a:endParaRPr lang="en-US"/>
          </a:p>
        </p:txBody>
      </p:sp>
    </p:spTree>
    <p:extLst>
      <p:ext uri="{BB962C8B-B14F-4D97-AF65-F5344CB8AC3E}">
        <p14:creationId xmlns:p14="http://schemas.microsoft.com/office/powerpoint/2010/main" val="1406842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8BD9F-D319-3D14-3D35-2591EA934F82}"/>
              </a:ext>
            </a:extLst>
          </p:cNvPr>
          <p:cNvSpPr>
            <a:spLocks noGrp="1"/>
          </p:cNvSpPr>
          <p:nvPr>
            <p:ph type="title"/>
          </p:nvPr>
        </p:nvSpPr>
        <p:spPr/>
        <p:txBody>
          <a:bodyPr/>
          <a:lstStyle/>
          <a:p>
            <a:r>
              <a:rPr lang="en-US"/>
              <a:t>Protocol Language</a:t>
            </a:r>
          </a:p>
        </p:txBody>
      </p:sp>
      <p:sp>
        <p:nvSpPr>
          <p:cNvPr id="3" name="Table Placeholder 2">
            <a:extLst>
              <a:ext uri="{FF2B5EF4-FFF2-40B4-BE49-F238E27FC236}">
                <a16:creationId xmlns:a16="http://schemas.microsoft.com/office/drawing/2014/main" id="{C1E3429B-009D-2602-8A05-283F9369625E}"/>
              </a:ext>
            </a:extLst>
          </p:cNvPr>
          <p:cNvSpPr>
            <a:spLocks noGrp="1"/>
          </p:cNvSpPr>
          <p:nvPr>
            <p:ph type="tbl" sz="quarter" idx="17"/>
          </p:nvPr>
        </p:nvSpPr>
        <p:spPr>
          <a:xfrm>
            <a:off x="595313" y="2184991"/>
            <a:ext cx="10999787" cy="3778523"/>
          </a:xfrm>
        </p:spPr>
        <p:txBody>
          <a:bodyPr/>
          <a:lstStyle/>
          <a:p>
            <a:r>
              <a:rPr lang="en-US" sz="1100" b="1"/>
              <a:t>8 TRIAL ASSESSMENTS AND PROCEDURES</a:t>
            </a:r>
          </a:p>
          <a:p>
            <a:r>
              <a:rPr lang="en-US" sz="1100" b="1"/>
              <a:t>8.xx Immunogenicity </a:t>
            </a:r>
            <a:endParaRPr lang="en-US" sz="1100"/>
          </a:p>
          <a:p>
            <a:r>
              <a:rPr lang="en-US" sz="1100"/>
              <a:t>Anti-drug antibody specimen collection timepoints are given in the </a:t>
            </a:r>
            <a:r>
              <a:rPr lang="en-US" sz="1100" err="1"/>
              <a:t>SoAs</a:t>
            </a:r>
            <a:r>
              <a:rPr lang="en-US" sz="1100"/>
              <a:t> (Section xx) and Table xx. The scheduled ADA blood collection can be performed together with the scheduled laboratory test blood collection timepoint on the same visit (such cases are not considered to be protocol deviation). The IMP, IMP dose, and IMP administration time, and the ADA sample collection time should be recorded accurately on the eCRF. </a:t>
            </a:r>
            <a:endParaRPr lang="en-US" sz="1100">
              <a:cs typeface="Arial"/>
            </a:endParaRPr>
          </a:p>
          <a:p>
            <a:r>
              <a:rPr lang="en-US" sz="1100"/>
              <a:t>The actual date and time (24-h clock time) of each sample should be recorded. Blood samples for ADA analysis should be collected, handled, stored, and shipped as outlined in the Laboratory Manual. </a:t>
            </a:r>
            <a:endParaRPr lang="en-US" sz="1100">
              <a:cs typeface="Arial"/>
            </a:endParaRPr>
          </a:p>
          <a:p>
            <a:r>
              <a:rPr lang="en-US" sz="1100"/>
              <a:t>ADA will be analyzed using validated bioanalytical assays. For samples that are ADA positive, the presence of neutralizing antibodies may be analyzed if necessary.</a:t>
            </a:r>
            <a:endParaRPr lang="en-US" sz="1100">
              <a:cs typeface="Arial"/>
            </a:endParaRPr>
          </a:p>
          <a:p>
            <a:endParaRPr lang="en-US" sz="800">
              <a:cs typeface="Arial"/>
            </a:endParaRPr>
          </a:p>
          <a:p>
            <a:r>
              <a:rPr lang="en-US" sz="1100" b="1"/>
              <a:t>9 STATISTICAL CONSIDERATIONS</a:t>
            </a:r>
            <a:endParaRPr lang="en-US" sz="1100" b="1">
              <a:cs typeface="Arial"/>
            </a:endParaRPr>
          </a:p>
        </p:txBody>
      </p:sp>
      <p:graphicFrame>
        <p:nvGraphicFramePr>
          <p:cNvPr id="4" name="Table Placeholder 3">
            <a:extLst>
              <a:ext uri="{FF2B5EF4-FFF2-40B4-BE49-F238E27FC236}">
                <a16:creationId xmlns:a16="http://schemas.microsoft.com/office/drawing/2014/main" id="{0D488092-E020-611A-9B6B-95AB1019ABE0}"/>
              </a:ext>
            </a:extLst>
          </p:cNvPr>
          <p:cNvGraphicFramePr>
            <a:graphicFrameLocks/>
          </p:cNvGraphicFramePr>
          <p:nvPr/>
        </p:nvGraphicFramePr>
        <p:xfrm>
          <a:off x="595313" y="1389697"/>
          <a:ext cx="10999787" cy="670560"/>
        </p:xfrm>
        <a:graphic>
          <a:graphicData uri="http://schemas.openxmlformats.org/drawingml/2006/table">
            <a:tbl>
              <a:tblPr>
                <a:tableStyleId>{9D7B26C5-4107-4FEC-AEDC-1716B250A1EF}</a:tableStyleId>
              </a:tblPr>
              <a:tblGrid>
                <a:gridCol w="5824358">
                  <a:extLst>
                    <a:ext uri="{9D8B030D-6E8A-4147-A177-3AD203B41FA5}">
                      <a16:colId xmlns:a16="http://schemas.microsoft.com/office/drawing/2014/main" val="3204575606"/>
                    </a:ext>
                  </a:extLst>
                </a:gridCol>
                <a:gridCol w="5175429">
                  <a:extLst>
                    <a:ext uri="{9D8B030D-6E8A-4147-A177-3AD203B41FA5}">
                      <a16:colId xmlns:a16="http://schemas.microsoft.com/office/drawing/2014/main" val="3707013888"/>
                    </a:ext>
                  </a:extLst>
                </a:gridCol>
              </a:tblGrid>
              <a:tr h="190500">
                <a:tc>
                  <a:txBody>
                    <a:bodyPr/>
                    <a:lstStyle/>
                    <a:p>
                      <a:pPr marL="0" marR="0" lvl="0" indent="0" algn="l" defTabSz="914400" rtl="0" eaLnBrk="1" fontAlgn="auto" latinLnBrk="0" hangingPunct="1">
                        <a:lnSpc>
                          <a:spcPct val="100000"/>
                        </a:lnSpc>
                        <a:spcBef>
                          <a:spcPts val="200"/>
                        </a:spcBef>
                        <a:spcAft>
                          <a:spcPts val="200"/>
                        </a:spcAft>
                        <a:buClrTx/>
                        <a:buSzTx/>
                        <a:buFontTx/>
                        <a:buNone/>
                        <a:tabLst/>
                        <a:defRPr/>
                      </a:pPr>
                      <a:r>
                        <a:rPr lang="en-US" sz="1200" b="1" kern="1200">
                          <a:solidFill>
                            <a:schemeClr val="tx1"/>
                          </a:solidFill>
                          <a:effectLst/>
                          <a:latin typeface="+mn-lt"/>
                          <a:ea typeface="+mn-ea"/>
                          <a:cs typeface="+mn-cs"/>
                        </a:rPr>
                        <a:t>Objectives and endpoints</a:t>
                      </a:r>
                      <a:endParaRPr lang="en-US" sz="1800" b="1" kern="1200">
                        <a:solidFill>
                          <a:schemeClr val="tx1"/>
                        </a:solidFill>
                        <a:effectLst/>
                        <a:latin typeface="+mn-lt"/>
                        <a:ea typeface="+mn-ea"/>
                        <a:cs typeface="+mn-cs"/>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0" marR="0">
                        <a:spcBef>
                          <a:spcPts val="200"/>
                        </a:spcBef>
                        <a:spcAft>
                          <a:spcPts val="200"/>
                        </a:spcAft>
                      </a:pPr>
                      <a:endParaRPr lang="en-US" sz="1200" b="1">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5156906"/>
                  </a:ext>
                </a:extLst>
              </a:tr>
              <a:tr h="190500">
                <a:tc>
                  <a:txBody>
                    <a:bodyPr/>
                    <a:lstStyle/>
                    <a:p>
                      <a:pPr marL="0" marR="0">
                        <a:spcBef>
                          <a:spcPts val="200"/>
                        </a:spcBef>
                        <a:spcAft>
                          <a:spcPts val="200"/>
                        </a:spcAft>
                      </a:pPr>
                      <a:r>
                        <a:rPr lang="en-US" sz="1100" b="1" kern="1200">
                          <a:solidFill>
                            <a:schemeClr val="dk1"/>
                          </a:solidFill>
                          <a:effectLst/>
                        </a:rPr>
                        <a:t>Secondary objectives (usually secondary, can be exploratory)</a:t>
                      </a:r>
                      <a:endParaRPr lang="en-US" sz="1100" b="1" kern="1200">
                        <a:solidFill>
                          <a:schemeClr val="dk1"/>
                        </a:solidFill>
                        <a:effectLst/>
                        <a:latin typeface="+mn-lt"/>
                        <a:ea typeface="+mn-ea"/>
                        <a:cs typeface="+mn-cs"/>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0" marR="0">
                        <a:spcBef>
                          <a:spcPts val="200"/>
                        </a:spcBef>
                        <a:spcAft>
                          <a:spcPts val="200"/>
                        </a:spcAft>
                      </a:pPr>
                      <a:r>
                        <a:rPr lang="en-US" sz="1100" b="1">
                          <a:effectLst/>
                        </a:rPr>
                        <a:t>Secondary endpoints</a:t>
                      </a:r>
                      <a:endParaRPr lang="en-US" sz="1100" b="1">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531337108"/>
                  </a:ext>
                </a:extLst>
              </a:tr>
              <a:tr h="190500">
                <a:tc>
                  <a:txBody>
                    <a:bodyPr/>
                    <a:lstStyle/>
                    <a:p>
                      <a:pPr marL="0" marR="0">
                        <a:spcBef>
                          <a:spcPts val="200"/>
                        </a:spcBef>
                        <a:spcAft>
                          <a:spcPts val="200"/>
                        </a:spcAft>
                      </a:pPr>
                      <a:r>
                        <a:rPr lang="en-US" sz="1100" kern="1200">
                          <a:solidFill>
                            <a:schemeClr val="dk1"/>
                          </a:solidFill>
                          <a:effectLst/>
                        </a:rPr>
                        <a:t>To evaluate the immunogenicity of </a:t>
                      </a:r>
                      <a:r>
                        <a:rPr lang="en-US" sz="1100" i="1" kern="1200">
                          <a:solidFill>
                            <a:schemeClr val="dk1"/>
                          </a:solidFill>
                          <a:effectLst/>
                        </a:rPr>
                        <a:t>BNTXXX</a:t>
                      </a:r>
                      <a:r>
                        <a:rPr lang="en-US" sz="1100" kern="1200">
                          <a:solidFill>
                            <a:schemeClr val="dk1"/>
                          </a:solidFill>
                          <a:effectLst/>
                        </a:rPr>
                        <a:t> in </a:t>
                      </a:r>
                      <a:r>
                        <a:rPr lang="en-US" sz="1100" i="1" kern="1200">
                          <a:solidFill>
                            <a:schemeClr val="dk1"/>
                          </a:solidFill>
                          <a:effectLst/>
                        </a:rPr>
                        <a:t>indication</a:t>
                      </a:r>
                      <a:r>
                        <a:rPr lang="en-US" sz="1100" kern="1200">
                          <a:solidFill>
                            <a:schemeClr val="dk1"/>
                          </a:solidFill>
                          <a:effectLst/>
                        </a:rPr>
                        <a:t> </a:t>
                      </a:r>
                      <a:endParaRPr lang="en-US" sz="1100" kern="1200">
                        <a:solidFill>
                          <a:schemeClr val="dk1"/>
                        </a:solidFill>
                        <a:effectLst/>
                        <a:latin typeface="+mn-lt"/>
                        <a:ea typeface="+mn-ea"/>
                        <a:cs typeface="+mn-cs"/>
                      </a:endParaRPr>
                    </a:p>
                  </a:txBody>
                  <a:tcPr marL="68580" marR="68580" marT="0" marB="0"/>
                </a:tc>
                <a:tc>
                  <a:txBody>
                    <a:bodyPr/>
                    <a:lstStyle/>
                    <a:p>
                      <a:pPr marL="0" marR="0">
                        <a:spcBef>
                          <a:spcPts val="200"/>
                        </a:spcBef>
                        <a:spcAft>
                          <a:spcPts val="200"/>
                        </a:spcAft>
                      </a:pPr>
                      <a:r>
                        <a:rPr lang="en-US" sz="1100" b="0">
                          <a:effectLst/>
                          <a:latin typeface="Arial" panose="020B0604020202020204" pitchFamily="34" charset="0"/>
                          <a:ea typeface="Times New Roman" panose="02020603050405020304" pitchFamily="18" charset="0"/>
                          <a:cs typeface="Times New Roman" panose="02020603050405020304" pitchFamily="18" charset="0"/>
                        </a:rPr>
                        <a:t>The prevalence and incidence of anti-XXX antibodies </a:t>
                      </a:r>
                      <a:r>
                        <a:rPr lang="en-US" sz="800" b="0">
                          <a:effectLst/>
                          <a:latin typeface="Arial" panose="020B0604020202020204" pitchFamily="34" charset="0"/>
                          <a:ea typeface="Times New Roman" panose="02020603050405020304" pitchFamily="18" charset="0"/>
                          <a:cs typeface="Times New Roman" panose="02020603050405020304" pitchFamily="18" charset="0"/>
                        </a:rPr>
                        <a:t>(current protocol template language. </a:t>
                      </a:r>
                      <a:r>
                        <a:rPr lang="pt-BR" sz="800" b="0">
                          <a:effectLst/>
                          <a:latin typeface="Arial" panose="020B0604020202020204" pitchFamily="34" charset="0"/>
                          <a:ea typeface="Times New Roman" panose="02020603050405020304" pitchFamily="18" charset="0"/>
                          <a:cs typeface="Times New Roman" panose="02020603050405020304" pitchFamily="18" charset="0"/>
                        </a:rPr>
                        <a:t>TEM-060-066E_Protocol Template for Oncology_v5_2024-04-30</a:t>
                      </a:r>
                      <a:r>
                        <a:rPr lang="en-US" sz="800" b="0">
                          <a:effectLst/>
                          <a:latin typeface="Arial" panose="020B0604020202020204" pitchFamily="34" charset="0"/>
                          <a:ea typeface="Times New Roman" panose="02020603050405020304" pitchFamily="18" charset="0"/>
                          <a:cs typeface="Times New Roman" panose="02020603050405020304" pitchFamily="18" charset="0"/>
                        </a:rPr>
                        <a:t>)</a:t>
                      </a:r>
                      <a:endParaRPr lang="en-US" sz="1100" b="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36436704"/>
                  </a:ext>
                </a:extLst>
              </a:tr>
            </a:tbl>
          </a:graphicData>
        </a:graphic>
      </p:graphicFrame>
      <p:graphicFrame>
        <p:nvGraphicFramePr>
          <p:cNvPr id="10" name="Table 9">
            <a:extLst>
              <a:ext uri="{FF2B5EF4-FFF2-40B4-BE49-F238E27FC236}">
                <a16:creationId xmlns:a16="http://schemas.microsoft.com/office/drawing/2014/main" id="{6E76AA2F-D347-3F08-2800-E5622330B619}"/>
              </a:ext>
            </a:extLst>
          </p:cNvPr>
          <p:cNvGraphicFramePr>
            <a:graphicFrameLocks noGrp="1"/>
          </p:cNvGraphicFramePr>
          <p:nvPr>
            <p:extLst>
              <p:ext uri="{D42A27DB-BD31-4B8C-83A1-F6EECF244321}">
                <p14:modId xmlns:p14="http://schemas.microsoft.com/office/powerpoint/2010/main" val="884026361"/>
              </p:ext>
            </p:extLst>
          </p:nvPr>
        </p:nvGraphicFramePr>
        <p:xfrm>
          <a:off x="595313" y="4338928"/>
          <a:ext cx="11095186" cy="2194560"/>
        </p:xfrm>
        <a:graphic>
          <a:graphicData uri="http://schemas.openxmlformats.org/drawingml/2006/table">
            <a:tbl>
              <a:tblPr firstRow="1" bandRow="1">
                <a:tableStyleId>{2D5ABB26-0587-4C30-8999-92F81FD0307C}</a:tableStyleId>
              </a:tblPr>
              <a:tblGrid>
                <a:gridCol w="5449296">
                  <a:extLst>
                    <a:ext uri="{9D8B030D-6E8A-4147-A177-3AD203B41FA5}">
                      <a16:colId xmlns:a16="http://schemas.microsoft.com/office/drawing/2014/main" val="1756021256"/>
                    </a:ext>
                  </a:extLst>
                </a:gridCol>
                <a:gridCol w="5645890">
                  <a:extLst>
                    <a:ext uri="{9D8B030D-6E8A-4147-A177-3AD203B41FA5}">
                      <a16:colId xmlns:a16="http://schemas.microsoft.com/office/drawing/2014/main" val="1143025737"/>
                    </a:ext>
                  </a:extLst>
                </a:gridCol>
              </a:tblGrid>
              <a:tr h="232825">
                <a:tc>
                  <a:txBody>
                    <a:bodyPr/>
                    <a:lstStyle/>
                    <a:p>
                      <a:r>
                        <a:rPr lang="en-US" sz="1100" b="1"/>
                        <a:t>Include in protocol :</a:t>
                      </a:r>
                      <a:r>
                        <a:rPr lang="en-US" sz="1100"/>
                        <a:t> definition of ADA prevalence and incidence; May include immunogenicity analysis set definition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b="1">
                          <a:highlight>
                            <a:srgbClr val="00FFFF"/>
                          </a:highlight>
                        </a:rPr>
                        <a:t>Not necessary to include in protocol but in SAP</a:t>
                      </a:r>
                      <a:r>
                        <a:rPr lang="en-US" sz="1100"/>
                        <a:t>: further details of immunogenicity analysis </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615472"/>
                  </a:ext>
                </a:extLst>
              </a:tr>
              <a:tr h="1588692">
                <a:tc>
                  <a:txBody>
                    <a:bodyPr/>
                    <a:lstStyle/>
                    <a:p>
                      <a:r>
                        <a:rPr lang="en-US" sz="1000"/>
                        <a:t>ADA prevalence and ADA incidence will be summarized and reported. </a:t>
                      </a:r>
                    </a:p>
                    <a:p>
                      <a:pPr lvl="0">
                        <a:buNone/>
                      </a:pPr>
                      <a:endParaRPr lang="en-US" sz="1000"/>
                    </a:p>
                    <a:p>
                      <a:r>
                        <a:rPr lang="en-US" sz="1000"/>
                        <a:t>ADA prevalence is the proportion of trial participants with positive ADA </a:t>
                      </a:r>
                      <a:r>
                        <a:rPr lang="en-US" sz="1000" b="0">
                          <a:effectLst/>
                          <a:ea typeface="Times New Roman" panose="02020603050405020304" pitchFamily="18" charset="0"/>
                          <a:cs typeface="Times New Roman"/>
                        </a:rPr>
                        <a:t>against &lt;</a:t>
                      </a:r>
                      <a:r>
                        <a:rPr lang="en-US" sz="1000" b="0" i="1">
                          <a:effectLst/>
                          <a:ea typeface="Times New Roman" panose="02020603050405020304" pitchFamily="18" charset="0"/>
                          <a:cs typeface="Times New Roman"/>
                        </a:rPr>
                        <a:t>BNTXXX&gt;</a:t>
                      </a:r>
                      <a:r>
                        <a:rPr lang="en-US" sz="1000"/>
                        <a:t> at any point in time (baseline or post-baseline) during the trial period. </a:t>
                      </a:r>
                    </a:p>
                    <a:p>
                      <a:pPr lvl="0">
                        <a:buNone/>
                      </a:pPr>
                      <a:endParaRPr lang="en-US" sz="1000"/>
                    </a:p>
                    <a:p>
                      <a:r>
                        <a:rPr lang="en-US" sz="1000"/>
                        <a:t>ADA incidence is the proportion of trial participants with treatment-emergent ADA </a:t>
                      </a:r>
                      <a:r>
                        <a:rPr lang="en-US" sz="1000" b="0">
                          <a:effectLst/>
                          <a:ea typeface="Times New Roman" panose="02020603050405020304" pitchFamily="18" charset="0"/>
                          <a:cs typeface="Times New Roman"/>
                        </a:rPr>
                        <a:t>against &lt;</a:t>
                      </a:r>
                      <a:r>
                        <a:rPr lang="en-US" sz="1000" b="0" i="1">
                          <a:effectLst/>
                          <a:ea typeface="Times New Roman" panose="02020603050405020304" pitchFamily="18" charset="0"/>
                          <a:cs typeface="Times New Roman"/>
                        </a:rPr>
                        <a:t>BNTXXX&gt;</a:t>
                      </a:r>
                      <a:r>
                        <a:rPr lang="en-US" sz="1000"/>
                        <a:t> during the trial period. Participants with treatment-emergent ADA includes trial participants who were ADA negative or missing at baseline and became ADA positive post-baseline (treatment-induced ADA), and trial participants who were ADA positive at baseline and post-baseline but had an increase in ADA titer of defined threshold from baseline to post-baseline (treatment-boosted ADA).</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The effect of ADA on PK may be evaluated, if data permits, by summarizing the &lt;</a:t>
                      </a:r>
                      <a:r>
                        <a:rPr lang="en-US" sz="1000" i="1"/>
                        <a:t>PK profile and or PK parameter&gt;</a:t>
                      </a:r>
                      <a:r>
                        <a:rPr lang="en-US" sz="1000"/>
                        <a:t> by ADA status of the trial participants. In addition, the effect on PK will also be evaluated by including ADA as a covariate in population PK analysis.</a:t>
                      </a:r>
                    </a:p>
                    <a:p>
                      <a:pPr lvl="0">
                        <a:buNone/>
                      </a:pPr>
                      <a:endParaRPr lang="en-US" sz="1000"/>
                    </a:p>
                    <a:p>
                      <a:r>
                        <a:rPr lang="en-US" sz="1000"/>
                        <a:t>The effect of ADA on efficacy and safety, if data permits, will be evaluated by summarizing the key efficacy and safety endpoints by ADA status of the trial participants.</a:t>
                      </a:r>
                    </a:p>
                    <a:p>
                      <a:pPr lvl="0">
                        <a:buNone/>
                      </a:pPr>
                      <a:endParaRPr lang="en-US" sz="1000"/>
                    </a:p>
                    <a:p>
                      <a:r>
                        <a:rPr lang="en-US" sz="1000"/>
                        <a:t>(optional) The effect of ADA on PD biomarker may be evaluated, if data permits, by summarizing </a:t>
                      </a:r>
                      <a:r>
                        <a:rPr lang="en-US" sz="1000" i="1"/>
                        <a:t>specify</a:t>
                      </a:r>
                      <a:r>
                        <a:rPr lang="en-US" sz="1000"/>
                        <a:t> </a:t>
                      </a:r>
                      <a:r>
                        <a:rPr lang="en-US" sz="1000" i="1"/>
                        <a:t>PD biomarkers </a:t>
                      </a:r>
                      <a:r>
                        <a:rPr lang="en-US" sz="1000"/>
                        <a:t>by ADA status of the trial participants.</a:t>
                      </a:r>
                    </a:p>
                    <a:p>
                      <a:r>
                        <a:rPr lang="en-US" sz="1000"/>
                        <a:t>The assessment of neutralizing ADA prevalence will be evaluated if data permits.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8582945"/>
                  </a:ext>
                </a:extLst>
              </a:tr>
            </a:tbl>
          </a:graphicData>
        </a:graphic>
      </p:graphicFrame>
    </p:spTree>
    <p:extLst>
      <p:ext uri="{BB962C8B-B14F-4D97-AF65-F5344CB8AC3E}">
        <p14:creationId xmlns:p14="http://schemas.microsoft.com/office/powerpoint/2010/main" val="3299821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D31A-2856-8861-9C57-7FB44D11AB15}"/>
              </a:ext>
            </a:extLst>
          </p:cNvPr>
          <p:cNvSpPr>
            <a:spLocks noGrp="1"/>
          </p:cNvSpPr>
          <p:nvPr>
            <p:ph type="title"/>
          </p:nvPr>
        </p:nvSpPr>
        <p:spPr/>
        <p:txBody>
          <a:bodyPr/>
          <a:lstStyle/>
          <a:p>
            <a:r>
              <a:rPr lang="en-US"/>
              <a:t>Study SAP Language</a:t>
            </a:r>
          </a:p>
        </p:txBody>
      </p:sp>
      <p:sp>
        <p:nvSpPr>
          <p:cNvPr id="3" name="Table Placeholder 2">
            <a:extLst>
              <a:ext uri="{FF2B5EF4-FFF2-40B4-BE49-F238E27FC236}">
                <a16:creationId xmlns:a16="http://schemas.microsoft.com/office/drawing/2014/main" id="{D0832D05-25B9-35DA-BACB-DA6CD00B7A89}"/>
              </a:ext>
            </a:extLst>
          </p:cNvPr>
          <p:cNvSpPr>
            <a:spLocks noGrp="1"/>
          </p:cNvSpPr>
          <p:nvPr>
            <p:ph type="tbl" sz="quarter" idx="17"/>
          </p:nvPr>
        </p:nvSpPr>
        <p:spPr/>
        <p:txBody>
          <a:bodyPr/>
          <a:lstStyle/>
          <a:p>
            <a:r>
              <a:rPr lang="en-US" sz="1400" b="1">
                <a:effectLst/>
                <a:latin typeface="Arial"/>
                <a:ea typeface="Times New Roman" panose="02020603050405020304" pitchFamily="18" charset="0"/>
                <a:cs typeface="Times New Roman"/>
              </a:rPr>
              <a:t>Immunogenicity </a:t>
            </a:r>
            <a:r>
              <a:rPr lang="en-US" sz="1400" b="1"/>
              <a:t>Analysis</a:t>
            </a:r>
            <a:r>
              <a:rPr lang="en-US" sz="1400" b="1">
                <a:effectLst/>
                <a:latin typeface="Arial"/>
                <a:ea typeface="Times New Roman" panose="02020603050405020304" pitchFamily="18" charset="0"/>
                <a:cs typeface="Times New Roman"/>
              </a:rPr>
              <a:t> Set</a:t>
            </a:r>
            <a:r>
              <a:rPr lang="en-US" sz="1400">
                <a:effectLst/>
                <a:latin typeface="Arial"/>
                <a:ea typeface="Times New Roman" panose="02020603050405020304" pitchFamily="18" charset="0"/>
                <a:cs typeface="Times New Roman"/>
              </a:rPr>
              <a:t>: This population consists of trial participants from the FAS who have received at least one dose of IMP </a:t>
            </a:r>
            <a:r>
              <a:rPr lang="en-US" sz="1400">
                <a:effectLst/>
                <a:latin typeface="Segoe UI"/>
                <a:cs typeface="Segoe UI"/>
              </a:rPr>
              <a:t>and with at least one valid ADA result </a:t>
            </a:r>
            <a:r>
              <a:rPr lang="en-US" sz="1400" b="1" u="sng">
                <a:effectLst/>
                <a:latin typeface="Segoe UI"/>
                <a:cs typeface="Segoe UI"/>
              </a:rPr>
              <a:t>post-first dose</a:t>
            </a:r>
            <a:r>
              <a:rPr lang="en-US" sz="1400">
                <a:effectLst/>
                <a:latin typeface="Segoe UI"/>
                <a:cs typeface="Segoe UI"/>
              </a:rPr>
              <a:t>. </a:t>
            </a:r>
            <a:r>
              <a:rPr lang="en-US" sz="1400">
                <a:effectLst/>
                <a:latin typeface="Arial"/>
                <a:ea typeface="Times New Roman" panose="02020603050405020304" pitchFamily="18" charset="0"/>
                <a:cs typeface="Times New Roman"/>
              </a:rPr>
              <a:t>This set will be used for all immunogenicity analyses. </a:t>
            </a:r>
          </a:p>
          <a:p>
            <a:endParaRPr lang="en-US">
              <a:latin typeface="Arial" panose="020B0604020202020204" pitchFamily="34" charset="0"/>
              <a:ea typeface="Times New Roman" panose="02020603050405020304" pitchFamily="18" charset="0"/>
              <a:cs typeface="Times New Roman" panose="02020603050405020304" pitchFamily="18" charset="0"/>
            </a:endParaRPr>
          </a:p>
          <a:p>
            <a:endParaRPr lang="en-US" sz="1400">
              <a:effectLst/>
              <a:latin typeface="Arial" panose="020B0604020202020204" pitchFamily="34" charset="0"/>
              <a:ea typeface="Times New Roman" panose="02020603050405020304" pitchFamily="18" charset="0"/>
              <a:cs typeface="Times New Roman" panose="02020603050405020304" pitchFamily="18" charset="0"/>
            </a:endParaRPr>
          </a:p>
          <a:p>
            <a:endParaRPr lang="en-US">
              <a:latin typeface="Arial" panose="020B0604020202020204" pitchFamily="34" charset="0"/>
              <a:ea typeface="Times New Roman" panose="02020603050405020304" pitchFamily="18" charset="0"/>
              <a:cs typeface="Times New Roman" panose="02020603050405020304" pitchFamily="18" charset="0"/>
            </a:endParaRPr>
          </a:p>
          <a:p>
            <a:endParaRPr lang="en-US" sz="1400">
              <a:effectLst/>
              <a:latin typeface="Arial" panose="020B0604020202020204" pitchFamily="34" charset="0"/>
              <a:ea typeface="Times New Roman" panose="02020603050405020304" pitchFamily="18" charset="0"/>
              <a:cs typeface="Times New Roman" panose="02020603050405020304" pitchFamily="18" charset="0"/>
            </a:endParaRPr>
          </a:p>
          <a:p>
            <a:endParaRPr lang="en-US">
              <a:latin typeface="Arial" panose="020B0604020202020204" pitchFamily="34" charset="0"/>
              <a:ea typeface="Times New Roman" panose="02020603050405020304" pitchFamily="18" charset="0"/>
              <a:cs typeface="Times New Roman" panose="02020603050405020304" pitchFamily="18" charset="0"/>
            </a:endParaRPr>
          </a:p>
          <a:p>
            <a:endParaRPr lang="en-US" sz="1400">
              <a:effectLst/>
              <a:latin typeface="Arial" panose="020B0604020202020204" pitchFamily="34" charset="0"/>
              <a:ea typeface="Times New Roman" panose="02020603050405020304" pitchFamily="18" charset="0"/>
              <a:cs typeface="Times New Roman" panose="02020603050405020304" pitchFamily="18" charset="0"/>
            </a:endParaRPr>
          </a:p>
          <a:p>
            <a:endParaRPr lang="en-US">
              <a:latin typeface="Arial" panose="020B0604020202020204" pitchFamily="34" charset="0"/>
              <a:ea typeface="Times New Roman" panose="02020603050405020304" pitchFamily="18" charset="0"/>
              <a:cs typeface="Times New Roman" panose="02020603050405020304" pitchFamily="18" charset="0"/>
            </a:endParaRPr>
          </a:p>
          <a:p>
            <a:endParaRPr lang="en-US" sz="1400">
              <a:effectLst/>
              <a:latin typeface="Arial" panose="020B0604020202020204" pitchFamily="34" charset="0"/>
              <a:ea typeface="Times New Roman" panose="02020603050405020304" pitchFamily="18" charset="0"/>
              <a:cs typeface="Times New Roman" panose="02020603050405020304" pitchFamily="18" charset="0"/>
            </a:endParaRPr>
          </a:p>
          <a:p>
            <a:endParaRPr lang="en-US">
              <a:latin typeface="Arial" panose="020B0604020202020204" pitchFamily="34" charset="0"/>
              <a:ea typeface="Times New Roman" panose="02020603050405020304" pitchFamily="18" charset="0"/>
              <a:cs typeface="Times New Roman" panose="02020603050405020304" pitchFamily="18" charset="0"/>
            </a:endParaRPr>
          </a:p>
          <a:p>
            <a:endParaRPr lang="en-US" sz="1400">
              <a:effectLst/>
              <a:latin typeface="Arial" panose="020B0604020202020204" pitchFamily="34" charset="0"/>
              <a:ea typeface="Times New Roman" panose="02020603050405020304" pitchFamily="18" charset="0"/>
              <a:cs typeface="Times New Roman" panose="02020603050405020304" pitchFamily="18" charset="0"/>
            </a:endParaRPr>
          </a:p>
          <a:p>
            <a:endParaRPr lang="en-US" sz="1400">
              <a:effectLst/>
              <a:latin typeface="Arial" panose="020B0604020202020204" pitchFamily="34" charset="0"/>
              <a:ea typeface="Times New Roman" panose="02020603050405020304" pitchFamily="18" charset="0"/>
              <a:cs typeface="Times New Roman" panose="02020603050405020304" pitchFamily="18" charset="0"/>
            </a:endParaRPr>
          </a:p>
          <a:p>
            <a:endParaRPr lang="en-US">
              <a:latin typeface="Arial" panose="020B0604020202020204" pitchFamily="34" charset="0"/>
              <a:cs typeface="Times New Roman" panose="02020603050405020304" pitchFamily="18" charset="0"/>
            </a:endParaRPr>
          </a:p>
          <a:p>
            <a:endParaRPr lang="en-US" sz="1400" b="1"/>
          </a:p>
          <a:p>
            <a:endParaRPr lang="en-US"/>
          </a:p>
        </p:txBody>
      </p:sp>
      <p:graphicFrame>
        <p:nvGraphicFramePr>
          <p:cNvPr id="4" name="Table Placeholder 9">
            <a:extLst>
              <a:ext uri="{FF2B5EF4-FFF2-40B4-BE49-F238E27FC236}">
                <a16:creationId xmlns:a16="http://schemas.microsoft.com/office/drawing/2014/main" id="{5617C0B0-E4E6-947D-F05C-4B7A3ACAA0B2}"/>
              </a:ext>
            </a:extLst>
          </p:cNvPr>
          <p:cNvGraphicFramePr>
            <a:graphicFrameLocks/>
          </p:cNvGraphicFramePr>
          <p:nvPr>
            <p:extLst>
              <p:ext uri="{D42A27DB-BD31-4B8C-83A1-F6EECF244321}">
                <p14:modId xmlns:p14="http://schemas.microsoft.com/office/powerpoint/2010/main" val="1270727283"/>
              </p:ext>
            </p:extLst>
          </p:nvPr>
        </p:nvGraphicFramePr>
        <p:xfrm>
          <a:off x="970410" y="2377179"/>
          <a:ext cx="9559206" cy="2916756"/>
        </p:xfrm>
        <a:graphic>
          <a:graphicData uri="http://schemas.openxmlformats.org/drawingml/2006/table">
            <a:tbl>
              <a:tblPr firstRow="1" firstCol="1" bandRow="1"/>
              <a:tblGrid>
                <a:gridCol w="2519026">
                  <a:extLst>
                    <a:ext uri="{9D8B030D-6E8A-4147-A177-3AD203B41FA5}">
                      <a16:colId xmlns:a16="http://schemas.microsoft.com/office/drawing/2014/main" val="505594383"/>
                    </a:ext>
                  </a:extLst>
                </a:gridCol>
                <a:gridCol w="7040180">
                  <a:extLst>
                    <a:ext uri="{9D8B030D-6E8A-4147-A177-3AD203B41FA5}">
                      <a16:colId xmlns:a16="http://schemas.microsoft.com/office/drawing/2014/main" val="1239767166"/>
                    </a:ext>
                  </a:extLst>
                </a:gridCol>
              </a:tblGrid>
              <a:tr h="274320">
                <a:tc gridSpan="2">
                  <a:txBody>
                    <a:bodyPr/>
                    <a:lstStyle/>
                    <a:p>
                      <a:pPr marL="0" marR="0">
                        <a:spcBef>
                          <a:spcPts val="300"/>
                        </a:spcBef>
                        <a:spcAft>
                          <a:spcPts val="300"/>
                        </a:spcAft>
                      </a:pPr>
                      <a:r>
                        <a:rPr lang="en-US" sz="1200" b="1" kern="1200">
                          <a:solidFill>
                            <a:schemeClr val="tx1"/>
                          </a:solidFill>
                          <a:effectLst/>
                          <a:latin typeface="Arial"/>
                          <a:ea typeface="Times New Roman" panose="02020603050405020304" pitchFamily="18" charset="0"/>
                          <a:cs typeface="Times New Roman"/>
                        </a:rPr>
                        <a:t>ADA Sample Category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marL="0" marR="0">
                        <a:spcBef>
                          <a:spcPts val="300"/>
                        </a:spcBef>
                        <a:spcAft>
                          <a:spcPts val="300"/>
                        </a:spcAft>
                      </a:pPr>
                      <a:endParaRPr lang="en-US" sz="1200" kern="120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7857030"/>
                  </a:ext>
                </a:extLst>
              </a:tr>
              <a:tr h="440406">
                <a:tc>
                  <a:txBody>
                    <a:bodyPr/>
                    <a:lstStyle/>
                    <a:p>
                      <a:pPr marL="0" marR="0">
                        <a:spcBef>
                          <a:spcPts val="300"/>
                        </a:spcBef>
                        <a:spcAft>
                          <a:spcPts val="300"/>
                        </a:spcAft>
                      </a:pPr>
                      <a:r>
                        <a:rPr lang="en-US" sz="1200">
                          <a:effectLst/>
                          <a:latin typeface="Arial"/>
                          <a:ea typeface="Times New Roman" panose="02020603050405020304" pitchFamily="18" charset="0"/>
                          <a:cs typeface="Times New Roman"/>
                        </a:rPr>
                        <a:t>ADA Positive Sample</a:t>
                      </a:r>
                      <a:endParaRPr lang="en-US" sz="900">
                        <a:effectLst/>
                        <a:latin typeface="Arial"/>
                        <a:ea typeface="Times New Roman" panose="02020603050405020304" pitchFamily="18" charset="0"/>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300"/>
                        </a:spcBef>
                        <a:spcAft>
                          <a:spcPts val="300"/>
                        </a:spcAft>
                      </a:pPr>
                      <a:r>
                        <a:rPr lang="en-US" sz="1200" kern="1200">
                          <a:solidFill>
                            <a:schemeClr val="tx1"/>
                          </a:solidFill>
                          <a:effectLst/>
                          <a:latin typeface="Arial"/>
                          <a:ea typeface="Times New Roman" panose="02020603050405020304" pitchFamily="18" charset="0"/>
                          <a:cs typeface="Times New Roman"/>
                        </a:rPr>
                        <a:t>A sample confirmed to be positive for the presence of reactive antibodies. A sample must be positive in both the screening assay and the confirmation assay.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8034264"/>
                  </a:ext>
                </a:extLst>
              </a:tr>
              <a:tr h="220203">
                <a:tc>
                  <a:txBody>
                    <a:bodyPr/>
                    <a:lstStyle/>
                    <a:p>
                      <a:pPr marL="0" marR="0">
                        <a:spcBef>
                          <a:spcPts val="300"/>
                        </a:spcBef>
                        <a:spcAft>
                          <a:spcPts val="300"/>
                        </a:spcAft>
                      </a:pPr>
                      <a:r>
                        <a:rPr lang="en-US" sz="1200" kern="1200">
                          <a:solidFill>
                            <a:schemeClr val="tx1"/>
                          </a:solidFill>
                          <a:effectLst/>
                          <a:latin typeface="Arial"/>
                          <a:ea typeface="Times New Roman" panose="02020603050405020304" pitchFamily="18" charset="0"/>
                          <a:cs typeface="Times New Roman"/>
                        </a:rPr>
                        <a:t>ADA Negative Sample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300"/>
                        </a:spcBef>
                        <a:spcAft>
                          <a:spcPts val="300"/>
                        </a:spcAft>
                      </a:pPr>
                      <a:r>
                        <a:rPr lang="en-US" sz="1200" kern="1200">
                          <a:solidFill>
                            <a:schemeClr val="tx1"/>
                          </a:solidFill>
                          <a:effectLst/>
                          <a:latin typeface="Arial"/>
                          <a:ea typeface="Times New Roman" panose="02020603050405020304" pitchFamily="18" charset="0"/>
                          <a:cs typeface="Times New Roman"/>
                        </a:rPr>
                        <a:t>A sample that is reported as negative by the screening assay or by the confirmation assay.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9529877"/>
                  </a:ext>
                </a:extLst>
              </a:tr>
              <a:tr h="220203">
                <a:tc>
                  <a:txBody>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sz="1200" kern="1200">
                          <a:solidFill>
                            <a:schemeClr val="tx1"/>
                          </a:solidFill>
                          <a:effectLst/>
                          <a:latin typeface="Arial"/>
                          <a:ea typeface="Times New Roman" panose="02020603050405020304" pitchFamily="18" charset="0"/>
                          <a:cs typeface="Times New Roman"/>
                        </a:rPr>
                        <a:t>Treatment-emergent ADA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sz="1200" kern="1200">
                          <a:solidFill>
                            <a:schemeClr val="tx1"/>
                          </a:solidFill>
                          <a:effectLst/>
                          <a:latin typeface="Arial"/>
                          <a:ea typeface="Times New Roman" panose="02020603050405020304" pitchFamily="18" charset="0"/>
                          <a:cs typeface="Times New Roman"/>
                        </a:rPr>
                        <a:t>Treatment-emergent ADA includes Treatment-induced ADA and Treatment-boosted ADA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9285658"/>
                  </a:ext>
                </a:extLst>
              </a:tr>
              <a:tr h="440406">
                <a:tc>
                  <a:txBody>
                    <a:bodyPr/>
                    <a:lstStyle/>
                    <a:p>
                      <a:pPr marL="457200" marR="0" lvl="1">
                        <a:spcBef>
                          <a:spcPts val="300"/>
                        </a:spcBef>
                        <a:spcAft>
                          <a:spcPts val="300"/>
                        </a:spcAft>
                      </a:pPr>
                      <a:r>
                        <a:rPr lang="en-US" sz="1200" kern="1200">
                          <a:solidFill>
                            <a:schemeClr val="tx1"/>
                          </a:solidFill>
                          <a:effectLst/>
                          <a:latin typeface="Arial"/>
                          <a:ea typeface="Times New Roman" panose="02020603050405020304" pitchFamily="18" charset="0"/>
                          <a:cs typeface="Times New Roman"/>
                        </a:rPr>
                        <a:t>Treatment-induced ADA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300"/>
                        </a:spcBef>
                        <a:spcAft>
                          <a:spcPts val="300"/>
                        </a:spcAft>
                      </a:pPr>
                      <a:r>
                        <a:rPr lang="en-US" sz="1200" kern="1200">
                          <a:solidFill>
                            <a:schemeClr val="tx1"/>
                          </a:solidFill>
                          <a:effectLst/>
                          <a:latin typeface="Arial"/>
                          <a:ea typeface="Times New Roman" panose="02020603050405020304" pitchFamily="18" charset="0"/>
                          <a:cs typeface="Times New Roman"/>
                        </a:rPr>
                        <a:t>A sample that is reported as positive after trial treatment administration in a participant </a:t>
                      </a:r>
                      <a:r>
                        <a:rPr lang="en-US" sz="1200" b="1" kern="1200">
                          <a:solidFill>
                            <a:schemeClr val="tx1"/>
                          </a:solidFill>
                          <a:effectLst/>
                          <a:latin typeface="Arial"/>
                          <a:ea typeface="Times New Roman" panose="02020603050405020304" pitchFamily="18" charset="0"/>
                          <a:cs typeface="Times New Roman"/>
                        </a:rPr>
                        <a:t>with no pre-treatment ADA positive samples</a:t>
                      </a:r>
                      <a:r>
                        <a:rPr lang="en-US" sz="1200" kern="1200">
                          <a:solidFill>
                            <a:schemeClr val="tx1"/>
                          </a:solidFill>
                          <a:effectLst/>
                          <a:latin typeface="Arial"/>
                          <a:ea typeface="Times New Roman" panose="02020603050405020304" pitchFamily="18" charset="0"/>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96753"/>
                  </a:ext>
                </a:extLst>
              </a:tr>
              <a:tr h="660609">
                <a:tc>
                  <a:txBody>
                    <a:bodyPr/>
                    <a:lstStyle/>
                    <a:p>
                      <a:pPr marL="457200" marR="0" lvl="1">
                        <a:spcBef>
                          <a:spcPts val="300"/>
                        </a:spcBef>
                        <a:spcAft>
                          <a:spcPts val="300"/>
                        </a:spcAft>
                      </a:pPr>
                      <a:r>
                        <a:rPr lang="en-US" sz="1200">
                          <a:effectLst/>
                          <a:latin typeface="Arial"/>
                          <a:ea typeface="Times New Roman" panose="02020603050405020304" pitchFamily="18" charset="0"/>
                          <a:cs typeface="Times New Roman"/>
                        </a:rPr>
                        <a:t>Treatment-boosted ADA</a:t>
                      </a:r>
                      <a:endParaRPr lang="en-US" sz="900">
                        <a:effectLst/>
                        <a:latin typeface="Arial"/>
                        <a:ea typeface="Times New Roman" panose="02020603050405020304" pitchFamily="18" charset="0"/>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300"/>
                        </a:spcBef>
                        <a:spcAft>
                          <a:spcPts val="300"/>
                        </a:spcAft>
                      </a:pPr>
                      <a:r>
                        <a:rPr lang="en-US" sz="1200" kern="1200">
                          <a:solidFill>
                            <a:schemeClr val="tx1"/>
                          </a:solidFill>
                          <a:effectLst/>
                          <a:latin typeface="Arial"/>
                          <a:ea typeface="Times New Roman" panose="02020603050405020304" pitchFamily="18" charset="0"/>
                          <a:cs typeface="Times New Roman"/>
                        </a:rPr>
                        <a:t>A sample of which the ADA titer increases by  a pre-defined threshold relative to baseline in a participant with an ADA positive sample before trial treatment administration. For this trial, a xx-fold increase  is the pre-defined threshold.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3315941"/>
                  </a:ext>
                </a:extLst>
              </a:tr>
              <a:tr h="660609">
                <a:tc>
                  <a:txBody>
                    <a:bodyPr/>
                    <a:lstStyle/>
                    <a:p>
                      <a:pPr marL="0" marR="0">
                        <a:spcBef>
                          <a:spcPts val="300"/>
                        </a:spcBef>
                        <a:spcAft>
                          <a:spcPts val="300"/>
                        </a:spcAft>
                      </a:pPr>
                      <a:r>
                        <a:rPr lang="en-US" sz="1200">
                          <a:effectLst/>
                          <a:latin typeface="Arial"/>
                          <a:ea typeface="Times New Roman" panose="02020603050405020304" pitchFamily="18" charset="0"/>
                          <a:cs typeface="Arial"/>
                        </a:rPr>
                        <a:t>Treatment-unaffected ADA</a:t>
                      </a:r>
                      <a:endParaRPr lang="en-US" sz="900">
                        <a:effectLst/>
                        <a:latin typeface="Arial"/>
                        <a:ea typeface="Times New Roman" panose="02020603050405020304" pitchFamily="18" charset="0"/>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300"/>
                        </a:spcBef>
                        <a:spcAft>
                          <a:spcPts val="300"/>
                        </a:spcAft>
                      </a:pPr>
                      <a:r>
                        <a:rPr lang="en-US" sz="1200" kern="1200">
                          <a:solidFill>
                            <a:schemeClr val="tx1"/>
                          </a:solidFill>
                          <a:effectLst/>
                          <a:latin typeface="Arial"/>
                          <a:ea typeface="Times New Roman" panose="02020603050405020304" pitchFamily="18" charset="0"/>
                          <a:cs typeface="Times New Roman"/>
                        </a:rPr>
                        <a:t>A sample that does not increase to a level higher than a pre-defined threshold relative to baseline in a participant with an ADA-positive sample before trial treatment administration. For this trial, a xx-fold  increase is the pre-defined threshold.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5468452"/>
                  </a:ext>
                </a:extLst>
              </a:tr>
            </a:tbl>
          </a:graphicData>
        </a:graphic>
      </p:graphicFrame>
      <p:sp>
        <p:nvSpPr>
          <p:cNvPr id="5" name="TextBox 4">
            <a:extLst>
              <a:ext uri="{FF2B5EF4-FFF2-40B4-BE49-F238E27FC236}">
                <a16:creationId xmlns:a16="http://schemas.microsoft.com/office/drawing/2014/main" id="{6B66F4B9-CFEA-BD2B-D12F-95881BD12B53}"/>
              </a:ext>
            </a:extLst>
          </p:cNvPr>
          <p:cNvSpPr txBox="1"/>
          <p:nvPr/>
        </p:nvSpPr>
        <p:spPr>
          <a:xfrm>
            <a:off x="6234241" y="266843"/>
            <a:ext cx="5590929" cy="86177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400">
                <a:solidFill>
                  <a:srgbClr val="0070C0"/>
                </a:solidFill>
                <a:cs typeface="Arial"/>
              </a:rPr>
              <a:t>At least one post dose ADA is required, as subject level ADA status cannot be defined for subjects with pre-treatment ADA only. </a:t>
            </a:r>
            <a:endParaRPr lang="en-US">
              <a:cs typeface="Arial"/>
            </a:endParaRPr>
          </a:p>
          <a:p>
            <a:pPr marL="285750" indent="-285750">
              <a:buFont typeface="Arial" panose="020B0604020202020204" pitchFamily="34" charset="0"/>
              <a:buChar char="•"/>
            </a:pPr>
            <a:r>
              <a:rPr lang="en-US" sz="1400">
                <a:solidFill>
                  <a:srgbClr val="0070C0"/>
                </a:solidFill>
                <a:cs typeface="Arial"/>
              </a:rPr>
              <a:t>Subject with missing baseline but valid post-first dose ADA will be included.</a:t>
            </a:r>
            <a:endParaRPr lang="en-US">
              <a:cs typeface="Arial"/>
            </a:endParaRPr>
          </a:p>
        </p:txBody>
      </p:sp>
      <p:cxnSp>
        <p:nvCxnSpPr>
          <p:cNvPr id="6" name="Straight Arrow Connector 5">
            <a:extLst>
              <a:ext uri="{FF2B5EF4-FFF2-40B4-BE49-F238E27FC236}">
                <a16:creationId xmlns:a16="http://schemas.microsoft.com/office/drawing/2014/main" id="{47CAB60D-A702-6F6C-9702-94763527663C}"/>
              </a:ext>
            </a:extLst>
          </p:cNvPr>
          <p:cNvCxnSpPr/>
          <p:nvPr/>
        </p:nvCxnSpPr>
        <p:spPr>
          <a:xfrm flipH="1" flipV="1">
            <a:off x="10219512" y="3729487"/>
            <a:ext cx="401189" cy="36468"/>
          </a:xfrm>
          <a:prstGeom prst="straightConnector1">
            <a:avLst/>
          </a:prstGeom>
          <a:ln>
            <a:solidFill>
              <a:srgbClr val="4472C4"/>
            </a:solidFill>
            <a:tailEnd type="triangle"/>
          </a:ln>
        </p:spPr>
        <p:style>
          <a:lnRef idx="2">
            <a:schemeClr val="accent2"/>
          </a:lnRef>
          <a:fillRef idx="0">
            <a:schemeClr val="accent2"/>
          </a:fillRef>
          <a:effectRef idx="1">
            <a:schemeClr val="accent2"/>
          </a:effectRef>
          <a:fontRef idx="minor">
            <a:schemeClr val="tx1"/>
          </a:fontRef>
        </p:style>
      </p:cxnSp>
      <p:sp>
        <p:nvSpPr>
          <p:cNvPr id="7" name="TextBox 6">
            <a:extLst>
              <a:ext uri="{FF2B5EF4-FFF2-40B4-BE49-F238E27FC236}">
                <a16:creationId xmlns:a16="http://schemas.microsoft.com/office/drawing/2014/main" id="{D0D39627-E9B2-77A0-AEF5-B559AAA395B7}"/>
              </a:ext>
            </a:extLst>
          </p:cNvPr>
          <p:cNvSpPr txBox="1"/>
          <p:nvPr/>
        </p:nvSpPr>
        <p:spPr>
          <a:xfrm>
            <a:off x="10680754" y="3471396"/>
            <a:ext cx="1316893"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200">
                <a:solidFill>
                  <a:srgbClr val="0070C0"/>
                </a:solidFill>
                <a:cs typeface="Arial"/>
              </a:rPr>
              <a:t>Include pre-treatment ADA missing</a:t>
            </a:r>
            <a:endParaRPr lang="en-US" sz="1200" err="1">
              <a:solidFill>
                <a:srgbClr val="0070C0"/>
              </a:solidFill>
            </a:endParaRPr>
          </a:p>
        </p:txBody>
      </p:sp>
    </p:spTree>
    <p:extLst>
      <p:ext uri="{BB962C8B-B14F-4D97-AF65-F5344CB8AC3E}">
        <p14:creationId xmlns:p14="http://schemas.microsoft.com/office/powerpoint/2010/main" val="2190520169"/>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ADD4D-71DB-D193-484A-82C1428561AE}"/>
              </a:ext>
            </a:extLst>
          </p:cNvPr>
          <p:cNvSpPr>
            <a:spLocks noGrp="1"/>
          </p:cNvSpPr>
          <p:nvPr>
            <p:ph type="title"/>
          </p:nvPr>
        </p:nvSpPr>
        <p:spPr/>
        <p:txBody>
          <a:bodyPr/>
          <a:lstStyle/>
          <a:p>
            <a:r>
              <a:rPr lang="en-US"/>
              <a:t>Study SAP Language</a:t>
            </a:r>
          </a:p>
        </p:txBody>
      </p:sp>
      <p:sp>
        <p:nvSpPr>
          <p:cNvPr id="5" name="Table Placeholder 2">
            <a:extLst>
              <a:ext uri="{FF2B5EF4-FFF2-40B4-BE49-F238E27FC236}">
                <a16:creationId xmlns:a16="http://schemas.microsoft.com/office/drawing/2014/main" id="{5C4FD5AB-6A33-35B1-D59F-FC896D41E181}"/>
              </a:ext>
            </a:extLst>
          </p:cNvPr>
          <p:cNvSpPr txBox="1">
            <a:spLocks/>
          </p:cNvSpPr>
          <p:nvPr/>
        </p:nvSpPr>
        <p:spPr>
          <a:xfrm>
            <a:off x="526200" y="1544938"/>
            <a:ext cx="10999787" cy="396508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600"/>
              </a:spcAft>
              <a:buFontTx/>
              <a:buNone/>
              <a:defRPr sz="14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00000"/>
              </a:lnSpc>
              <a:spcBef>
                <a:spcPts val="0"/>
              </a:spcBef>
              <a:spcAft>
                <a:spcPts val="600"/>
              </a:spcAft>
              <a:buFont typeface="Symbol" panose="05050102010706020507" pitchFamily="18" charset="2"/>
              <a:buChar char="-"/>
              <a:defRPr sz="1200" kern="1200">
                <a:solidFill>
                  <a:schemeClr val="tx1"/>
                </a:solidFill>
                <a:latin typeface="+mn-lt"/>
                <a:ea typeface="+mn-ea"/>
                <a:cs typeface="+mn-cs"/>
              </a:defRPr>
            </a:lvl4pPr>
            <a:lvl5pPr marL="533400" indent="-1778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723900" indent="-190500" algn="l" defTabSz="914400" rtl="0" eaLnBrk="1" latinLnBrk="0" hangingPunct="1">
              <a:lnSpc>
                <a:spcPct val="100000"/>
              </a:lnSpc>
              <a:spcBef>
                <a:spcPts val="0"/>
              </a:spcBef>
              <a:spcAft>
                <a:spcPts val="600"/>
              </a:spcAft>
              <a:buFont typeface="Symbol" panose="05050102010706020507" pitchFamily="18" charset="2"/>
              <a:buChar char="-"/>
              <a:defRPr sz="1200" kern="1200">
                <a:solidFill>
                  <a:schemeClr val="tx1"/>
                </a:solidFill>
                <a:latin typeface="+mn-lt"/>
                <a:ea typeface="+mn-ea"/>
                <a:cs typeface="+mn-cs"/>
              </a:defRPr>
            </a:lvl6pPr>
            <a:lvl7pPr marL="901700" indent="-1778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1079500" indent="-177800" algn="l" defTabSz="914400" rtl="0" eaLnBrk="1" latinLnBrk="0" hangingPunct="1">
              <a:lnSpc>
                <a:spcPct val="100000"/>
              </a:lnSpc>
              <a:spcBef>
                <a:spcPts val="0"/>
              </a:spcBef>
              <a:spcAft>
                <a:spcPts val="600"/>
              </a:spcAft>
              <a:buFont typeface="Symbol" panose="05050102010706020507" pitchFamily="18" charset="2"/>
              <a:buChar char="-"/>
              <a:defRPr sz="1200" kern="1200">
                <a:solidFill>
                  <a:schemeClr val="tx1"/>
                </a:solidFill>
                <a:latin typeface="+mn-lt"/>
                <a:ea typeface="+mn-ea"/>
                <a:cs typeface="+mn-cs"/>
              </a:defRPr>
            </a:lvl8pPr>
            <a:lvl9pPr marL="1257300" indent="-1778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endParaRPr lang="en-US" b="1"/>
          </a:p>
          <a:p>
            <a:r>
              <a:rPr lang="en-US" b="1"/>
              <a:t>Immunogenicity analyses </a:t>
            </a:r>
            <a:endParaRPr lang="en-US" b="1">
              <a:cs typeface="Arial"/>
            </a:endParaRPr>
          </a:p>
          <a:p>
            <a:r>
              <a:rPr lang="en-US" sz="1200"/>
              <a:t>ADA prevalence and ADA incidence will be summarized and reported. </a:t>
            </a:r>
            <a:endParaRPr lang="en-US" sz="1200">
              <a:cs typeface="Arial"/>
            </a:endParaRPr>
          </a:p>
          <a:p>
            <a:r>
              <a:rPr lang="en-US" sz="1200"/>
              <a:t>ADA prevalence is the proportion of trial participants with positive ADA </a:t>
            </a:r>
            <a:r>
              <a:rPr lang="en-US" sz="1200" b="0">
                <a:effectLst/>
                <a:ea typeface="Times New Roman" panose="02020603050405020304" pitchFamily="18" charset="0"/>
                <a:cs typeface="Times New Roman"/>
              </a:rPr>
              <a:t>against &lt;</a:t>
            </a:r>
            <a:r>
              <a:rPr lang="en-US" sz="1200" b="0" i="1">
                <a:effectLst/>
                <a:ea typeface="Times New Roman" panose="02020603050405020304" pitchFamily="18" charset="0"/>
                <a:cs typeface="Times New Roman"/>
              </a:rPr>
              <a:t>BNTXXX&gt;</a:t>
            </a:r>
            <a:r>
              <a:rPr lang="en-US" sz="1200"/>
              <a:t> at any point in time (baseline or post-baseline) during the trial period. </a:t>
            </a:r>
            <a:endParaRPr lang="en-US" sz="1200">
              <a:cs typeface="Arial"/>
            </a:endParaRPr>
          </a:p>
          <a:p>
            <a:r>
              <a:rPr lang="en-US" sz="1200"/>
              <a:t>ADA incidence is the proportion of trial participants with treatment-emergent ADA </a:t>
            </a:r>
            <a:r>
              <a:rPr lang="en-US" sz="1200" b="0">
                <a:effectLst/>
                <a:ea typeface="Times New Roman" panose="02020603050405020304" pitchFamily="18" charset="0"/>
                <a:cs typeface="Times New Roman"/>
              </a:rPr>
              <a:t>against &lt;</a:t>
            </a:r>
            <a:r>
              <a:rPr lang="en-US" sz="1200" b="0" i="1">
                <a:effectLst/>
                <a:ea typeface="Times New Roman" panose="02020603050405020304" pitchFamily="18" charset="0"/>
                <a:cs typeface="Times New Roman"/>
              </a:rPr>
              <a:t>BNTXXX&gt;</a:t>
            </a:r>
            <a:r>
              <a:rPr lang="en-US" sz="1200"/>
              <a:t> during the trial period. Participants with treatment-emergent ADA includes trial participants who were ADA negative or missing at baseline and became ADA positive post-baseline (treatment-induced ADA), and trial participants who were ADA positive at baseline and post-baseline but had an increase in ADA titer of defined threshold from baseline to post-baseline (treatment-boosted ADA).</a:t>
            </a:r>
            <a:endParaRPr lang="en-US" sz="1200">
              <a:cs typeface="Arial"/>
            </a:endParaRPr>
          </a:p>
          <a:p>
            <a:r>
              <a:rPr lang="en-US" sz="1200"/>
              <a:t>The effect of ADA on PK may be evaluated, if data permits, by summarizing the &lt;</a:t>
            </a:r>
            <a:r>
              <a:rPr lang="en-US" sz="1200" i="1"/>
              <a:t>PK profile and or PK parameter&gt;</a:t>
            </a:r>
            <a:r>
              <a:rPr lang="en-US" sz="1200"/>
              <a:t> of ADA positive trial participants and ADA negative trial participants. (optional) In addition, the effect on PK may also be evaluated by including ADA as a covariate in population PK analysis.</a:t>
            </a:r>
            <a:endParaRPr lang="en-US" sz="1200">
              <a:cs typeface="Arial"/>
            </a:endParaRPr>
          </a:p>
          <a:p>
            <a:r>
              <a:rPr lang="en-US" sz="1200"/>
              <a:t>The effect of ADA on efficacy and safety, if data permits, will be evaluated by summarizing the key efficacy and safety endpoints in the </a:t>
            </a:r>
            <a:r>
              <a:rPr lang="en-US" sz="1200" b="1"/>
              <a:t>ADA positive trial participants and ADA negative</a:t>
            </a:r>
            <a:r>
              <a:rPr lang="en-US" sz="1200"/>
              <a:t> trial participants.</a:t>
            </a:r>
            <a:endParaRPr lang="en-US" sz="1200">
              <a:cs typeface="Arial"/>
            </a:endParaRPr>
          </a:p>
          <a:p>
            <a:r>
              <a:rPr lang="en-US" sz="1200"/>
              <a:t>(optional) The effect of ADA on PD biomarker may be evaluated, if data permits, by summarizing </a:t>
            </a:r>
            <a:r>
              <a:rPr lang="en-US" sz="1200" i="1"/>
              <a:t>specify</a:t>
            </a:r>
            <a:r>
              <a:rPr lang="en-US" sz="1200"/>
              <a:t> </a:t>
            </a:r>
            <a:r>
              <a:rPr lang="en-US" sz="1200" i="1"/>
              <a:t>PD biomarkers </a:t>
            </a:r>
            <a:r>
              <a:rPr lang="en-US" sz="1200"/>
              <a:t>in the ADA positive trial participants and ADA negative trial participants.</a:t>
            </a:r>
            <a:endParaRPr lang="en-US" sz="1200">
              <a:cs typeface="Arial"/>
            </a:endParaRPr>
          </a:p>
          <a:p>
            <a:r>
              <a:rPr lang="en-US" sz="1200"/>
              <a:t>The assessment of neutralizing ADA prevalence will be evaluated if data permits.</a:t>
            </a:r>
            <a:endParaRPr lang="en-US" sz="1200">
              <a:cs typeface="Arial"/>
            </a:endParaRPr>
          </a:p>
          <a:p>
            <a:endParaRPr lang="en-US" sz="1200"/>
          </a:p>
        </p:txBody>
      </p:sp>
      <p:sp>
        <p:nvSpPr>
          <p:cNvPr id="3" name="TextBox 2">
            <a:extLst>
              <a:ext uri="{FF2B5EF4-FFF2-40B4-BE49-F238E27FC236}">
                <a16:creationId xmlns:a16="http://schemas.microsoft.com/office/drawing/2014/main" id="{A6E3B41B-674D-3276-AB45-3246F66F4394}"/>
              </a:ext>
            </a:extLst>
          </p:cNvPr>
          <p:cNvSpPr txBox="1"/>
          <p:nvPr/>
        </p:nvSpPr>
        <p:spPr>
          <a:xfrm>
            <a:off x="9262839" y="4596654"/>
            <a:ext cx="2847906" cy="64633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a:solidFill>
                  <a:srgbClr val="0070C0"/>
                </a:solidFill>
                <a:cs typeface="Arial"/>
              </a:rPr>
              <a:t>See Q&amp;A 1 about definition of "ADA positive and ADA negative participant" </a:t>
            </a:r>
            <a:endParaRPr lang="en-US" sz="1400" err="1">
              <a:solidFill>
                <a:srgbClr val="0070C0"/>
              </a:solidFill>
            </a:endParaRPr>
          </a:p>
        </p:txBody>
      </p:sp>
      <p:cxnSp>
        <p:nvCxnSpPr>
          <p:cNvPr id="6" name="Straight Arrow Connector 5">
            <a:extLst>
              <a:ext uri="{FF2B5EF4-FFF2-40B4-BE49-F238E27FC236}">
                <a16:creationId xmlns:a16="http://schemas.microsoft.com/office/drawing/2014/main" id="{035FB3F1-F9ED-FC3A-7862-C218B430B66C}"/>
              </a:ext>
            </a:extLst>
          </p:cNvPr>
          <p:cNvCxnSpPr/>
          <p:nvPr/>
        </p:nvCxnSpPr>
        <p:spPr>
          <a:xfrm flipH="1" flipV="1">
            <a:off x="9790425" y="4055002"/>
            <a:ext cx="534354" cy="517341"/>
          </a:xfrm>
          <a:prstGeom prst="straightConnector1">
            <a:avLst/>
          </a:prstGeom>
          <a:ln>
            <a:solidFill>
              <a:srgbClr val="4472C4"/>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556727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64264-39B2-C084-C73C-7185D9555005}"/>
              </a:ext>
            </a:extLst>
          </p:cNvPr>
          <p:cNvSpPr>
            <a:spLocks noGrp="1"/>
          </p:cNvSpPr>
          <p:nvPr>
            <p:ph type="title"/>
          </p:nvPr>
        </p:nvSpPr>
        <p:spPr/>
        <p:txBody>
          <a:bodyPr/>
          <a:lstStyle/>
          <a:p>
            <a:r>
              <a:rPr lang="en-US"/>
              <a:t>ADA Summary TFL Shell Example</a:t>
            </a:r>
          </a:p>
        </p:txBody>
      </p:sp>
      <p:graphicFrame>
        <p:nvGraphicFramePr>
          <p:cNvPr id="4" name="Table Placeholder 3">
            <a:extLst>
              <a:ext uri="{FF2B5EF4-FFF2-40B4-BE49-F238E27FC236}">
                <a16:creationId xmlns:a16="http://schemas.microsoft.com/office/drawing/2014/main" id="{7C9A4927-589D-3845-8344-82C9D5EF30C7}"/>
              </a:ext>
            </a:extLst>
          </p:cNvPr>
          <p:cNvGraphicFramePr>
            <a:graphicFrameLocks noGrp="1"/>
          </p:cNvGraphicFramePr>
          <p:nvPr>
            <p:ph type="tbl" sz="quarter" idx="17"/>
            <p:extLst>
              <p:ext uri="{D42A27DB-BD31-4B8C-83A1-F6EECF244321}">
                <p14:modId xmlns:p14="http://schemas.microsoft.com/office/powerpoint/2010/main" val="409657581"/>
              </p:ext>
            </p:extLst>
          </p:nvPr>
        </p:nvGraphicFramePr>
        <p:xfrm>
          <a:off x="565691" y="1446643"/>
          <a:ext cx="5167830" cy="4671378"/>
        </p:xfrm>
        <a:graphic>
          <a:graphicData uri="http://schemas.openxmlformats.org/drawingml/2006/table">
            <a:tbl>
              <a:tblPr firstRow="1" firstCol="1" bandRow="1"/>
              <a:tblGrid>
                <a:gridCol w="2560320">
                  <a:extLst>
                    <a:ext uri="{9D8B030D-6E8A-4147-A177-3AD203B41FA5}">
                      <a16:colId xmlns:a16="http://schemas.microsoft.com/office/drawing/2014/main" val="352379917"/>
                    </a:ext>
                  </a:extLst>
                </a:gridCol>
                <a:gridCol w="869170">
                  <a:extLst>
                    <a:ext uri="{9D8B030D-6E8A-4147-A177-3AD203B41FA5}">
                      <a16:colId xmlns:a16="http://schemas.microsoft.com/office/drawing/2014/main" val="3367014213"/>
                    </a:ext>
                  </a:extLst>
                </a:gridCol>
                <a:gridCol w="869170">
                  <a:extLst>
                    <a:ext uri="{9D8B030D-6E8A-4147-A177-3AD203B41FA5}">
                      <a16:colId xmlns:a16="http://schemas.microsoft.com/office/drawing/2014/main" val="3822601107"/>
                    </a:ext>
                  </a:extLst>
                </a:gridCol>
                <a:gridCol w="869170">
                  <a:extLst>
                    <a:ext uri="{9D8B030D-6E8A-4147-A177-3AD203B41FA5}">
                      <a16:colId xmlns:a16="http://schemas.microsoft.com/office/drawing/2014/main" val="3767382413"/>
                    </a:ext>
                  </a:extLst>
                </a:gridCol>
              </a:tblGrid>
              <a:tr h="548640">
                <a:tc gridSpan="4">
                  <a:txBody>
                    <a:bodyPr/>
                    <a:lstStyle/>
                    <a:p>
                      <a:pPr lvl="0" algn="ctr">
                        <a:lnSpc>
                          <a:spcPct val="100000"/>
                        </a:lnSpc>
                        <a:spcBef>
                          <a:spcPts val="0"/>
                        </a:spcBef>
                        <a:spcAft>
                          <a:spcPts val="0"/>
                        </a:spcAft>
                        <a:buNone/>
                      </a:pPr>
                      <a:r>
                        <a:rPr lang="en-US" sz="1100" b="1" kern="100" noProof="0">
                          <a:solidFill>
                            <a:schemeClr val="tx1"/>
                          </a:solidFill>
                          <a:effectLst/>
                          <a:latin typeface="Calibri"/>
                          <a:ea typeface="Calibri"/>
                          <a:cs typeface="Times New Roman"/>
                        </a:rPr>
                        <a:t>Table</a:t>
                      </a:r>
                      <a:endParaRPr lang="en-US"/>
                    </a:p>
                    <a:p>
                      <a:pPr lvl="0" algn="ctr">
                        <a:lnSpc>
                          <a:spcPct val="100000"/>
                        </a:lnSpc>
                        <a:spcBef>
                          <a:spcPts val="0"/>
                        </a:spcBef>
                        <a:spcAft>
                          <a:spcPts val="0"/>
                        </a:spcAft>
                        <a:buNone/>
                      </a:pPr>
                      <a:r>
                        <a:rPr lang="en-US" sz="1100" b="1" kern="100" noProof="0">
                          <a:solidFill>
                            <a:schemeClr val="tx1"/>
                          </a:solidFill>
                          <a:effectLst/>
                          <a:latin typeface="Calibri"/>
                          <a:ea typeface="Calibri"/>
                          <a:cs typeface="Times New Roman"/>
                        </a:rPr>
                        <a:t>Summary of Participant Immunogenicity Status by Dose Level</a:t>
                      </a:r>
                    </a:p>
                    <a:p>
                      <a:pPr lvl="0" algn="ctr">
                        <a:lnSpc>
                          <a:spcPct val="100000"/>
                        </a:lnSpc>
                        <a:spcBef>
                          <a:spcPts val="0"/>
                        </a:spcBef>
                        <a:spcAft>
                          <a:spcPts val="0"/>
                        </a:spcAft>
                        <a:buNone/>
                      </a:pPr>
                      <a:r>
                        <a:rPr lang="en-US" sz="900" b="0" i="0" u="none" strike="noStrike" kern="100" noProof="0">
                          <a:solidFill>
                            <a:srgbClr val="000000"/>
                          </a:solidFill>
                          <a:effectLst/>
                          <a:highlight>
                            <a:srgbClr val="FFFFFF"/>
                          </a:highlight>
                          <a:latin typeface="Arial"/>
                        </a:rPr>
                        <a:t>Immunogenicity Analysis Set</a:t>
                      </a:r>
                    </a:p>
                  </a:txBody>
                  <a:tcPr marL="68580" marR="68580" marT="0" marB="0">
                    <a:lnL w="0">
                      <a:noFill/>
                    </a:lnL>
                    <a:lnR w="0">
                      <a:noFill/>
                    </a:lnR>
                    <a:lnT w="0">
                      <a:noFill/>
                    </a:lnT>
                    <a:lnB w="12700">
                      <a:solidFill>
                        <a:schemeClr val="tx1"/>
                      </a:solidFill>
                    </a:lnB>
                    <a:noFill/>
                  </a:tcPr>
                </a:tc>
                <a:tc hMerge="1">
                  <a:txBody>
                    <a:bodyPr/>
                    <a:lstStyle/>
                    <a:p>
                      <a:endParaRPr lang="en-US"/>
                    </a:p>
                  </a:txBody>
                  <a:tcPr marL="68580" marR="68580" marT="0" marB="0">
                    <a:lnL w="12700">
                      <a:solidFill>
                        <a:srgbClr val="000000"/>
                      </a:solidFill>
                    </a:lnL>
                    <a:lnR w="12700">
                      <a:solidFill>
                        <a:srgbClr val="000000"/>
                      </a:solidFill>
                    </a:lnR>
                    <a:lnT w="12700">
                      <a:solidFill>
                        <a:srgbClr val="000000"/>
                      </a:solidFill>
                    </a:lnT>
                    <a:lnB w="12700">
                      <a:solidFill>
                        <a:srgbClr val="000000"/>
                      </a:solidFill>
                    </a:lnB>
                    <a:noFill/>
                  </a:tcPr>
                </a:tc>
                <a:tc hMerge="1">
                  <a:txBody>
                    <a:bodyPr/>
                    <a:lstStyle/>
                    <a:p>
                      <a:pPr lvl="0" algn="ctr">
                        <a:lnSpc>
                          <a:spcPct val="100000"/>
                        </a:lnSpc>
                        <a:spcBef>
                          <a:spcPts val="0"/>
                        </a:spcBef>
                        <a:spcAft>
                          <a:spcPts val="0"/>
                        </a:spcAft>
                        <a:buNone/>
                      </a:pPr>
                      <a:endParaRPr lang="en-US" sz="900" b="0" i="0" u="none" strike="noStrike" kern="100" noProof="0">
                        <a:solidFill>
                          <a:srgbClr val="000000"/>
                        </a:solidFill>
                        <a:effectLst/>
                        <a:highlight>
                          <a:srgbClr val="FFFFFF"/>
                        </a:highlight>
                        <a:latin typeface="Arial"/>
                      </a:endParaRPr>
                    </a:p>
                  </a:txBody>
                  <a:tcPr marL="68580" marR="68580" marT="0" marB="0">
                    <a:lnL w="0">
                      <a:noFill/>
                    </a:lnL>
                    <a:lnR w="0">
                      <a:noFill/>
                    </a:lnR>
                    <a:lnT w="0">
                      <a:noFill/>
                    </a:lnT>
                    <a:lnB w="12700">
                      <a:solidFill>
                        <a:schemeClr val="tx1"/>
                      </a:solidFill>
                    </a:lnB>
                    <a:noFill/>
                  </a:tcPr>
                </a:tc>
                <a:tc hMerge="1">
                  <a:txBody>
                    <a:bodyPr/>
                    <a:lstStyle/>
                    <a:p>
                      <a:pPr lvl="0" algn="ctr">
                        <a:lnSpc>
                          <a:spcPct val="100000"/>
                        </a:lnSpc>
                        <a:spcBef>
                          <a:spcPts val="0"/>
                        </a:spcBef>
                        <a:spcAft>
                          <a:spcPts val="0"/>
                        </a:spcAft>
                        <a:buNone/>
                      </a:pPr>
                      <a:endParaRPr lang="en-US" sz="900" b="0" i="0" u="none" strike="noStrike" kern="100" noProof="0">
                        <a:solidFill>
                          <a:srgbClr val="000000"/>
                        </a:solidFill>
                        <a:effectLst/>
                        <a:highlight>
                          <a:srgbClr val="FFFFFF"/>
                        </a:highlight>
                        <a:latin typeface="Arial"/>
                      </a:endParaRPr>
                    </a:p>
                  </a:txBody>
                  <a:tcPr marL="68580" marR="68580" marT="0" marB="0">
                    <a:lnL w="0">
                      <a:noFill/>
                    </a:lnL>
                    <a:lnR w="0">
                      <a:noFill/>
                    </a:lnR>
                    <a:lnT w="0">
                      <a:noFill/>
                    </a:lnT>
                    <a:lnB w="12700">
                      <a:solidFill>
                        <a:schemeClr val="tx1"/>
                      </a:solidFill>
                    </a:lnB>
                    <a:noFill/>
                  </a:tcPr>
                </a:tc>
                <a:extLst>
                  <a:ext uri="{0D108BD9-81ED-4DB2-BD59-A6C34878D82A}">
                    <a16:rowId xmlns:a16="http://schemas.microsoft.com/office/drawing/2014/main" val="2659750917"/>
                  </a:ext>
                </a:extLst>
              </a:tr>
              <a:tr h="0">
                <a:tc>
                  <a:txBody>
                    <a:bodyPr/>
                    <a:lstStyle/>
                    <a:p>
                      <a:pPr marL="0" lvl="0">
                        <a:lnSpc>
                          <a:spcPct val="107000"/>
                        </a:lnSpc>
                        <a:spcAft>
                          <a:spcPts val="800"/>
                        </a:spcAft>
                        <a:buNone/>
                      </a:pPr>
                      <a:r>
                        <a:rPr lang="en-US" sz="1000" b="1" i="0" u="none" strike="noStrike" kern="100" noProof="0">
                          <a:solidFill>
                            <a:srgbClr val="000000"/>
                          </a:solidFill>
                          <a:effectLst/>
                          <a:latin typeface="Arial"/>
                        </a:rPr>
                        <a:t>Immunogenicity Response, n (%)</a:t>
                      </a:r>
                      <a:endParaRPr lang="en-US"/>
                    </a:p>
                  </a:txBody>
                  <a:tcPr marL="68580" marR="68580" marT="0" marB="0">
                    <a:lnL w="12700">
                      <a:solidFill>
                        <a:srgbClr val="000000"/>
                      </a:solidFill>
                    </a:lnL>
                    <a:lnR w="12700">
                      <a:solidFill>
                        <a:srgbClr val="000000"/>
                      </a:solidFill>
                    </a:lnR>
                    <a:lnT w="12700" cap="flat" cmpd="sng" algn="ctr">
                      <a:solidFill>
                        <a:schemeClr val="tx1"/>
                      </a:solidFill>
                      <a:prstDash val="solid"/>
                      <a:round/>
                      <a:headEnd type="none" w="med" len="med"/>
                      <a:tailEnd type="none" w="med" len="med"/>
                    </a:lnT>
                    <a:lnB w="12700">
                      <a:solidFill>
                        <a:srgbClr val="000000"/>
                      </a:solidFill>
                    </a:lnB>
                    <a:noFill/>
                  </a:tcPr>
                </a:tc>
                <a:tc>
                  <a:txBody>
                    <a:bodyPr/>
                    <a:lstStyle/>
                    <a:p>
                      <a:pPr marL="0" lvl="0" algn="ctr">
                        <a:lnSpc>
                          <a:spcPct val="107000"/>
                        </a:lnSpc>
                        <a:spcAft>
                          <a:spcPts val="800"/>
                        </a:spcAft>
                        <a:buNone/>
                      </a:pPr>
                      <a:r>
                        <a:rPr lang="en-US" sz="1100" kern="100">
                          <a:effectLst/>
                          <a:latin typeface="Calibri"/>
                          <a:ea typeface="Calibri"/>
                          <a:cs typeface="Times New Roman"/>
                        </a:rPr>
                        <a:t>Dose Level 1</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rgbClr val="000000"/>
                      </a:solidFill>
                    </a:lnB>
                    <a:no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kern="100">
                          <a:effectLst/>
                          <a:latin typeface="Calibri"/>
                          <a:ea typeface="Calibri"/>
                          <a:cs typeface="Times New Roman"/>
                        </a:rPr>
                        <a:t>Dose Level 2</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chemeClr val="tx1"/>
                      </a:solidFill>
                    </a:lnT>
                    <a:lnB w="12700">
                      <a:solidFill>
                        <a:srgbClr val="000000"/>
                      </a:solidFill>
                    </a:lnB>
                    <a:no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kern="100">
                          <a:effectLst/>
                          <a:latin typeface="Calibri"/>
                          <a:ea typeface="Calibri"/>
                          <a:cs typeface="Times New Roman"/>
                        </a:rPr>
                        <a:t>Total</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a:solidFill>
                        <a:srgbClr val="000000"/>
                      </a:solidFill>
                    </a:lnL>
                    <a:lnR w="12700">
                      <a:solidFill>
                        <a:srgbClr val="000000"/>
                      </a:solidFill>
                    </a:lnR>
                    <a:lnT w="12700">
                      <a:solidFill>
                        <a:schemeClr val="tx1"/>
                      </a:solidFill>
                    </a:lnT>
                    <a:lnB w="12700">
                      <a:solidFill>
                        <a:srgbClr val="000000"/>
                      </a:solidFill>
                    </a:lnB>
                    <a:noFill/>
                  </a:tcPr>
                </a:tc>
                <a:extLst>
                  <a:ext uri="{0D108BD9-81ED-4DB2-BD59-A6C34878D82A}">
                    <a16:rowId xmlns:a16="http://schemas.microsoft.com/office/drawing/2014/main" val="3790588109"/>
                  </a:ext>
                </a:extLst>
              </a:tr>
              <a:tr h="0">
                <a:tc>
                  <a:txBody>
                    <a:bodyPr/>
                    <a:lstStyle/>
                    <a:p>
                      <a:pPr marL="0" marR="0">
                        <a:lnSpc>
                          <a:spcPct val="107000"/>
                        </a:lnSpc>
                        <a:spcAft>
                          <a:spcPts val="800"/>
                        </a:spcAft>
                      </a:pPr>
                      <a:r>
                        <a:rPr lang="en-US" sz="1100" kern="100">
                          <a:effectLst/>
                          <a:latin typeface="Calibri"/>
                          <a:ea typeface="Calibri"/>
                          <a:cs typeface="Times New Roman"/>
                        </a:rPr>
                        <a:t>Baseline (pre-first dose)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lvl="0" algn="ctr">
                        <a:lnSpc>
                          <a:spcPct val="107000"/>
                        </a:lnSpc>
                        <a:spcAft>
                          <a:spcPts val="800"/>
                        </a:spcAft>
                        <a:buNone/>
                      </a:pPr>
                      <a:endParaRPr lang="en-US" sz="1100" kern="100">
                        <a:effectLst/>
                        <a:latin typeface="Calibri"/>
                        <a:ea typeface="Calibri"/>
                        <a:cs typeface="Times New Roman"/>
                      </a:endParaRP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marL="0" lvl="0" algn="ctr">
                        <a:lnSpc>
                          <a:spcPct val="107000"/>
                        </a:lnSpc>
                        <a:spcAft>
                          <a:spcPts val="800"/>
                        </a:spcAft>
                        <a:buNone/>
                      </a:pPr>
                      <a:endParaRPr lang="en-US" sz="1100" kern="100">
                        <a:effectLst/>
                        <a:latin typeface="Calibri"/>
                        <a:ea typeface="Calibri"/>
                        <a:cs typeface="Times New Roman"/>
                      </a:endParaRPr>
                    </a:p>
                  </a:txBody>
                  <a:tcPr marL="68580" marR="68580" marT="0" marB="0">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838126"/>
                  </a:ext>
                </a:extLst>
              </a:tr>
              <a:tr h="0">
                <a:tc>
                  <a:txBody>
                    <a:bodyPr/>
                    <a:lstStyle/>
                    <a:p>
                      <a:pPr marL="0" marR="0">
                        <a:lnSpc>
                          <a:spcPct val="107000"/>
                        </a:lnSpc>
                        <a:spcAft>
                          <a:spcPts val="800"/>
                        </a:spcAft>
                      </a:pPr>
                      <a:r>
                        <a:rPr lang="en-US" sz="1100" kern="100">
                          <a:effectLst/>
                          <a:latin typeface="Calibri"/>
                          <a:ea typeface="Calibri"/>
                          <a:cs typeface="Times New Roman"/>
                        </a:rPr>
                        <a:t>  Positive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2775996373"/>
                  </a:ext>
                </a:extLst>
              </a:tr>
              <a:tr h="0">
                <a:tc>
                  <a:txBody>
                    <a:bodyPr/>
                    <a:lstStyle/>
                    <a:p>
                      <a:pPr marL="0" marR="0">
                        <a:lnSpc>
                          <a:spcPct val="107000"/>
                        </a:lnSpc>
                        <a:spcAft>
                          <a:spcPts val="800"/>
                        </a:spcAft>
                      </a:pPr>
                      <a:r>
                        <a:rPr lang="en-US" sz="1100" kern="100">
                          <a:effectLst/>
                          <a:latin typeface="Calibri"/>
                          <a:ea typeface="Calibri"/>
                          <a:cs typeface="Times New Roman"/>
                        </a:rPr>
                        <a:t>  negative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3714017244"/>
                  </a:ext>
                </a:extLst>
              </a:tr>
              <a:tr h="0">
                <a:tc>
                  <a:txBody>
                    <a:bodyPr/>
                    <a:lstStyle/>
                    <a:p>
                      <a:pPr marL="0" marR="0">
                        <a:lnSpc>
                          <a:spcPct val="107000"/>
                        </a:lnSpc>
                        <a:spcAft>
                          <a:spcPts val="800"/>
                        </a:spcAft>
                      </a:pPr>
                      <a:r>
                        <a:rPr lang="en-US" sz="1100" kern="100">
                          <a:effectLst/>
                          <a:latin typeface="Calibri"/>
                          <a:ea typeface="Calibri"/>
                          <a:cs typeface="Times New Roman"/>
                        </a:rPr>
                        <a:t>  missing</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b="0" i="0" u="none" strike="noStrike" kern="100" noProof="0">
                          <a:solidFill>
                            <a:srgbClr val="3C4447"/>
                          </a:solidFill>
                          <a:effectLst/>
                          <a:latin typeface="Calibri"/>
                        </a:rPr>
                        <a:t>n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b="0" i="0" u="none" strike="noStrike" kern="100" noProof="0">
                          <a:solidFill>
                            <a:srgbClr val="3C4447"/>
                          </a:solidFill>
                          <a:effectLst/>
                          <a:latin typeface="Calibri"/>
                        </a:rPr>
                        <a:t>n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algn="ctr">
                        <a:lnSpc>
                          <a:spcPct val="107000"/>
                        </a:lnSpc>
                        <a:spcAft>
                          <a:spcPts val="800"/>
                        </a:spcAft>
                      </a:pPr>
                      <a:r>
                        <a:rPr lang="en-US" sz="1100" b="0" i="0" u="none" strike="noStrike" kern="100" noProof="0">
                          <a:solidFill>
                            <a:srgbClr val="3C4447"/>
                          </a:solidFill>
                          <a:effectLst/>
                          <a:latin typeface="Calibri"/>
                        </a:rPr>
                        <a:t>n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750911634"/>
                  </a:ext>
                </a:extLst>
              </a:tr>
              <a:tr h="0">
                <a:tc>
                  <a:txBody>
                    <a:bodyPr/>
                    <a:lstStyle/>
                    <a:p>
                      <a:pPr marL="0" lvl="0">
                        <a:lnSpc>
                          <a:spcPct val="107000"/>
                        </a:lnSpc>
                        <a:spcAft>
                          <a:spcPts val="800"/>
                        </a:spcAft>
                        <a:buNone/>
                      </a:pPr>
                      <a:endParaRPr lang="en-US" sz="1100" kern="100">
                        <a:effectLst/>
                        <a:latin typeface="Calibri"/>
                        <a:ea typeface="Calibri"/>
                        <a:cs typeface="Times New Roman"/>
                      </a:endParaRPr>
                    </a:p>
                  </a:txBody>
                  <a:tcPr marL="68580" marR="68580" marT="0" marB="0">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marL="0" lvl="0" algn="ctr">
                        <a:lnSpc>
                          <a:spcPct val="107000"/>
                        </a:lnSpc>
                        <a:spcAft>
                          <a:spcPts val="800"/>
                        </a:spcAft>
                        <a:buNone/>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lvl="0" algn="ctr">
                        <a:lnSpc>
                          <a:spcPct val="107000"/>
                        </a:lnSpc>
                        <a:spcAft>
                          <a:spcPts val="800"/>
                        </a:spcAft>
                        <a:buNone/>
                      </a:pPr>
                      <a:endParaRPr lang="en-US" sz="1100" kern="100">
                        <a:effectLst/>
                        <a:latin typeface="Calibri"/>
                        <a:ea typeface="Calibri"/>
                        <a:cs typeface="Times New Roman"/>
                      </a:endParaRP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lvl="0" algn="ctr">
                        <a:lnSpc>
                          <a:spcPct val="107000"/>
                        </a:lnSpc>
                        <a:spcAft>
                          <a:spcPts val="800"/>
                        </a:spcAft>
                        <a:buNone/>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2322947217"/>
                  </a:ext>
                </a:extLst>
              </a:tr>
              <a:tr h="0">
                <a:tc>
                  <a:txBody>
                    <a:bodyPr/>
                    <a:lstStyle/>
                    <a:p>
                      <a:pPr marL="0" marR="0">
                        <a:lnSpc>
                          <a:spcPct val="107000"/>
                        </a:lnSpc>
                        <a:spcAft>
                          <a:spcPts val="800"/>
                        </a:spcAft>
                      </a:pPr>
                      <a:r>
                        <a:rPr lang="en-US" sz="1100" kern="100">
                          <a:effectLst/>
                          <a:latin typeface="Calibri"/>
                          <a:ea typeface="Calibri"/>
                          <a:cs typeface="Times New Roman"/>
                        </a:rPr>
                        <a:t>Post-baseline (post-first dose)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4215768928"/>
                  </a:ext>
                </a:extLst>
              </a:tr>
              <a:tr h="0">
                <a:tc>
                  <a:txBody>
                    <a:bodyPr/>
                    <a:lstStyle/>
                    <a:p>
                      <a:pPr marL="0" marR="0">
                        <a:lnSpc>
                          <a:spcPct val="107000"/>
                        </a:lnSpc>
                        <a:spcAft>
                          <a:spcPts val="800"/>
                        </a:spcAft>
                      </a:pPr>
                      <a:r>
                        <a:rPr lang="en-US" sz="1100" kern="100">
                          <a:effectLst/>
                          <a:latin typeface="Calibri"/>
                          <a:ea typeface="Calibri"/>
                          <a:cs typeface="Times New Roman"/>
                        </a:rPr>
                        <a:t>  Positive in post-baseline sample(s)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2227244175"/>
                  </a:ext>
                </a:extLst>
              </a:tr>
              <a:tr h="0">
                <a:tc>
                  <a:txBody>
                    <a:bodyPr/>
                    <a:lstStyle/>
                    <a:p>
                      <a:pPr marL="0" marR="0">
                        <a:lnSpc>
                          <a:spcPct val="107000"/>
                        </a:lnSpc>
                        <a:spcAft>
                          <a:spcPts val="800"/>
                        </a:spcAft>
                      </a:pPr>
                      <a:r>
                        <a:rPr lang="en-US" sz="1100" kern="100">
                          <a:effectLst/>
                          <a:latin typeface="Calibri"/>
                          <a:ea typeface="Calibri"/>
                          <a:cs typeface="Times New Roman"/>
                        </a:rPr>
                        <a:t>  Negative i</a:t>
                      </a:r>
                      <a:r>
                        <a:rPr lang="en-US" sz="1100" b="0" i="0" u="none" strike="noStrike" kern="100" noProof="0">
                          <a:solidFill>
                            <a:srgbClr val="3C4447"/>
                          </a:solidFill>
                          <a:effectLst/>
                          <a:latin typeface="Calibri"/>
                        </a:rPr>
                        <a:t>n all post-baseline samples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292360163"/>
                  </a:ext>
                </a:extLst>
              </a:tr>
              <a:tr h="0">
                <a:tc>
                  <a:txBody>
                    <a:bodyPr/>
                    <a:lstStyle/>
                    <a:p>
                      <a:pPr marL="0" marR="0">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828861365"/>
                  </a:ext>
                </a:extLst>
              </a:tr>
              <a:tr h="0">
                <a:tc>
                  <a:txBody>
                    <a:bodyPr/>
                    <a:lstStyle/>
                    <a:p>
                      <a:pPr marL="0" marR="0">
                        <a:lnSpc>
                          <a:spcPct val="107000"/>
                        </a:lnSpc>
                        <a:spcAft>
                          <a:spcPts val="800"/>
                        </a:spcAft>
                      </a:pPr>
                      <a:r>
                        <a:rPr lang="en-US" sz="1100" kern="100">
                          <a:effectLst/>
                          <a:latin typeface="Calibri"/>
                          <a:ea typeface="Calibri"/>
                          <a:cs typeface="Times New Roman"/>
                        </a:rPr>
                        <a:t>ADA prevalence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3939621"/>
                  </a:ext>
                </a:extLst>
              </a:tr>
              <a:tr h="0">
                <a:tc>
                  <a:txBody>
                    <a:bodyPr/>
                    <a:lstStyle/>
                    <a:p>
                      <a:pPr marL="0" marR="0">
                        <a:lnSpc>
                          <a:spcPct val="107000"/>
                        </a:lnSpc>
                        <a:spcAft>
                          <a:spcPts val="800"/>
                        </a:spcAft>
                      </a:pPr>
                      <a:r>
                        <a:rPr lang="en-US" sz="1100" kern="100">
                          <a:effectLst/>
                          <a:latin typeface="Calibri"/>
                          <a:ea typeface="Calibri"/>
                          <a:cs typeface="Times New Roman"/>
                        </a:rPr>
                        <a:t>  Baseline-positive only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3593984446"/>
                  </a:ext>
                </a:extLst>
              </a:tr>
              <a:tr h="0">
                <a:tc>
                  <a:txBody>
                    <a:bodyPr/>
                    <a:lstStyle/>
                    <a:p>
                      <a:pPr marL="0" marR="0">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312747"/>
                  </a:ext>
                </a:extLst>
              </a:tr>
              <a:tr h="0">
                <a:tc>
                  <a:txBody>
                    <a:bodyPr/>
                    <a:lstStyle/>
                    <a:p>
                      <a:pPr marL="0" marR="0">
                        <a:lnSpc>
                          <a:spcPct val="107000"/>
                        </a:lnSpc>
                        <a:spcAft>
                          <a:spcPts val="800"/>
                        </a:spcAft>
                      </a:pPr>
                      <a:r>
                        <a:rPr lang="en-US" sz="1100" kern="100">
                          <a:effectLst/>
                          <a:latin typeface="Calibri"/>
                          <a:ea typeface="Calibri"/>
                          <a:cs typeface="Times New Roman"/>
                        </a:rPr>
                        <a:t>ADA incidence (Treatment Emergent ADA)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3371052809"/>
                  </a:ext>
                </a:extLst>
              </a:tr>
              <a:tr h="0">
                <a:tc>
                  <a:txBody>
                    <a:bodyPr/>
                    <a:lstStyle/>
                    <a:p>
                      <a:pPr marL="0" marR="0">
                        <a:lnSpc>
                          <a:spcPct val="107000"/>
                        </a:lnSpc>
                        <a:spcAft>
                          <a:spcPts val="800"/>
                        </a:spcAft>
                      </a:pPr>
                      <a:r>
                        <a:rPr lang="en-US" sz="1100" kern="100">
                          <a:effectLst/>
                          <a:latin typeface="Calibri"/>
                          <a:ea typeface="Calibri"/>
                          <a:cs typeface="Times New Roman"/>
                        </a:rPr>
                        <a:t>  Treatment Induced ADA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1045095380"/>
                  </a:ext>
                </a:extLst>
              </a:tr>
              <a:tr h="0">
                <a:tc>
                  <a:txBody>
                    <a:bodyPr/>
                    <a:lstStyle/>
                    <a:p>
                      <a:pPr marL="0" marR="0">
                        <a:lnSpc>
                          <a:spcPct val="107000"/>
                        </a:lnSpc>
                        <a:spcAft>
                          <a:spcPts val="800"/>
                        </a:spcAft>
                      </a:pPr>
                      <a:r>
                        <a:rPr lang="en-US" sz="1100" kern="100">
                          <a:effectLst/>
                          <a:latin typeface="Calibri"/>
                          <a:ea typeface="Calibri"/>
                          <a:cs typeface="Times New Roman"/>
                        </a:rPr>
                        <a:t>  Treatment boosted ADA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2489127994"/>
                  </a:ext>
                </a:extLst>
              </a:tr>
              <a:tr h="0">
                <a:tc>
                  <a:txBody>
                    <a:bodyPr/>
                    <a:lstStyle/>
                    <a:p>
                      <a:pPr marL="0" marR="0">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3025065235"/>
                  </a:ext>
                </a:extLst>
              </a:tr>
              <a:tr h="0">
                <a:tc>
                  <a:txBody>
                    <a:bodyPr/>
                    <a:lstStyle/>
                    <a:p>
                      <a:pPr marL="0" marR="0">
                        <a:lnSpc>
                          <a:spcPct val="107000"/>
                        </a:lnSpc>
                        <a:spcAft>
                          <a:spcPts val="800"/>
                        </a:spcAft>
                      </a:pPr>
                      <a:r>
                        <a:rPr lang="en-US" sz="1100" kern="100" err="1">
                          <a:effectLst/>
                          <a:latin typeface="Calibri"/>
                          <a:ea typeface="Calibri"/>
                          <a:cs typeface="Times New Roman"/>
                        </a:rPr>
                        <a:t>NAb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algn="ctr">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575706711"/>
                  </a:ext>
                </a:extLst>
              </a:tr>
              <a:tr h="0">
                <a:tc>
                  <a:txBody>
                    <a:bodyPr/>
                    <a:lstStyle/>
                    <a:p>
                      <a:pPr marL="0" marR="0">
                        <a:lnSpc>
                          <a:spcPct val="107000"/>
                        </a:lnSpc>
                        <a:spcAft>
                          <a:spcPts val="800"/>
                        </a:spcAft>
                      </a:pPr>
                      <a:r>
                        <a:rPr lang="en-US" sz="1100" kern="100">
                          <a:effectLst/>
                          <a:latin typeface="Calibri"/>
                          <a:ea typeface="Calibri"/>
                          <a:cs typeface="Times New Roman"/>
                        </a:rPr>
                        <a:t>  Positive at baseline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3644081542"/>
                  </a:ext>
                </a:extLst>
              </a:tr>
              <a:tr h="0">
                <a:tc>
                  <a:txBody>
                    <a:bodyPr/>
                    <a:lstStyle/>
                    <a:p>
                      <a:pPr marL="0" marR="0">
                        <a:lnSpc>
                          <a:spcPct val="107000"/>
                        </a:lnSpc>
                        <a:spcAft>
                          <a:spcPts val="800"/>
                        </a:spcAft>
                      </a:pPr>
                      <a:r>
                        <a:rPr lang="en-US" sz="1100" kern="100">
                          <a:effectLst/>
                          <a:latin typeface="Calibri"/>
                          <a:ea typeface="Calibri"/>
                          <a:cs typeface="Times New Roman"/>
                        </a:rPr>
                        <a:t>  Positive post baseline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2337365799"/>
                  </a:ext>
                </a:extLst>
              </a:tr>
              <a:tr h="0">
                <a:tc>
                  <a:txBody>
                    <a:bodyPr/>
                    <a:lstStyle/>
                    <a:p>
                      <a:pPr marL="0" marR="0">
                        <a:lnSpc>
                          <a:spcPct val="107000"/>
                        </a:lnSpc>
                        <a:spcAft>
                          <a:spcPts val="800"/>
                        </a:spcAft>
                      </a:pPr>
                      <a:r>
                        <a:rPr lang="en-US" sz="1100" kern="100">
                          <a:effectLst/>
                          <a:latin typeface="Calibri"/>
                          <a:ea typeface="Calibri"/>
                          <a:cs typeface="Times New Roman"/>
                        </a:rPr>
                        <a:t>  </a:t>
                      </a:r>
                      <a:r>
                        <a:rPr lang="en-US" sz="1100" kern="100" err="1">
                          <a:effectLst/>
                          <a:latin typeface="Calibri"/>
                          <a:ea typeface="Calibri"/>
                          <a:cs typeface="Times New Roman"/>
                        </a:rPr>
                        <a:t>NAb</a:t>
                      </a:r>
                      <a:r>
                        <a:rPr lang="en-US" sz="1100" kern="100">
                          <a:effectLst/>
                          <a:latin typeface="Calibri"/>
                          <a:ea typeface="Calibri"/>
                          <a:cs typeface="Times New Roman"/>
                        </a:rPr>
                        <a:t> Treatment Emergent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451109439"/>
                  </a:ext>
                </a:extLst>
              </a:tr>
              <a:tr h="0">
                <a:tc>
                  <a:txBody>
                    <a:bodyPr/>
                    <a:lstStyle/>
                    <a:p>
                      <a:pPr marL="0" marR="0">
                        <a:lnSpc>
                          <a:spcPct val="107000"/>
                        </a:lnSpc>
                        <a:spcAft>
                          <a:spcPts val="800"/>
                        </a:spcAft>
                      </a:pPr>
                      <a:r>
                        <a:rPr lang="en-US" sz="1100" kern="100">
                          <a:effectLst/>
                          <a:latin typeface="Calibri"/>
                          <a:ea typeface="Calibri"/>
                          <a:cs typeface="Times New Roman"/>
                        </a:rPr>
                        <a:t>  </a:t>
                      </a:r>
                      <a:r>
                        <a:rPr lang="en-US" sz="1100" kern="100" err="1">
                          <a:effectLst/>
                          <a:latin typeface="Calibri"/>
                          <a:ea typeface="Calibri"/>
                          <a:cs typeface="Times New Roman"/>
                        </a:rPr>
                        <a:t>NAb</a:t>
                      </a:r>
                      <a:r>
                        <a:rPr lang="en-US" sz="1100" kern="100">
                          <a:effectLst/>
                          <a:latin typeface="Calibri"/>
                          <a:ea typeface="Calibri"/>
                          <a:cs typeface="Times New Roman"/>
                        </a:rPr>
                        <a:t> prevalence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algn="ctr">
                        <a:lnSpc>
                          <a:spcPct val="107000"/>
                        </a:lnSpc>
                        <a:spcAft>
                          <a:spcPts val="800"/>
                        </a:spcAft>
                      </a:pPr>
                      <a:r>
                        <a:rPr lang="en-US" sz="1100" kern="100">
                          <a:effectLst/>
                          <a:latin typeface="Calibri"/>
                          <a:ea typeface="Calibri"/>
                          <a:cs typeface="Times New Roman"/>
                        </a:rPr>
                        <a:t>n (%)</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983363778"/>
                  </a:ext>
                </a:extLst>
              </a:tr>
              <a:tr h="0">
                <a:tc>
                  <a:txBody>
                    <a:bodyPr/>
                    <a:lstStyle/>
                    <a:p>
                      <a:pPr marL="0" marR="0">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lvl="0">
                        <a:lnSpc>
                          <a:spcPct val="107000"/>
                        </a:lnSpc>
                        <a:spcAft>
                          <a:spcPts val="800"/>
                        </a:spcAft>
                        <a:buNone/>
                      </a:pPr>
                      <a:endParaRPr lang="en-US" sz="1100" kern="100">
                        <a:effectLst/>
                        <a:latin typeface="Calibri"/>
                        <a:ea typeface="Calibri"/>
                        <a:cs typeface="Times New Roman"/>
                      </a:endParaRP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lvl="0">
                        <a:lnSpc>
                          <a:spcPct val="107000"/>
                        </a:lnSpc>
                        <a:spcAft>
                          <a:spcPts val="800"/>
                        </a:spcAft>
                        <a:buNone/>
                      </a:pPr>
                      <a:endParaRPr lang="en-US" sz="1100" kern="100">
                        <a:effectLst/>
                        <a:latin typeface="Calibri"/>
                        <a:ea typeface="Calibri"/>
                        <a:cs typeface="Times New Roman"/>
                      </a:endParaRPr>
                    </a:p>
                  </a:txBody>
                  <a:tcPr marL="68580" marR="68580" marT="0" marB="0">
                    <a:lnL w="12700">
                      <a:solidFill>
                        <a:srgbClr val="000000"/>
                      </a:solidFill>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920524230"/>
                  </a:ext>
                </a:extLst>
              </a:tr>
            </a:tbl>
          </a:graphicData>
        </a:graphic>
      </p:graphicFrame>
      <p:sp>
        <p:nvSpPr>
          <p:cNvPr id="5" name="TextBox 4">
            <a:extLst>
              <a:ext uri="{FF2B5EF4-FFF2-40B4-BE49-F238E27FC236}">
                <a16:creationId xmlns:a16="http://schemas.microsoft.com/office/drawing/2014/main" id="{4ABC9DE1-4F33-B158-7F9A-519545345DAC}"/>
              </a:ext>
            </a:extLst>
          </p:cNvPr>
          <p:cNvSpPr txBox="1"/>
          <p:nvPr/>
        </p:nvSpPr>
        <p:spPr>
          <a:xfrm>
            <a:off x="565691" y="6118021"/>
            <a:ext cx="5507918" cy="215444"/>
          </a:xfrm>
          <a:prstGeom prst="rect">
            <a:avLst/>
          </a:prstGeom>
          <a:noFill/>
        </p:spPr>
        <p:txBody>
          <a:bodyPr wrap="none" lIns="0" tIns="0" rIns="0" bIns="0" rtlCol="0">
            <a:spAutoFit/>
          </a:bodyPr>
          <a:lstStyle/>
          <a:p>
            <a:r>
              <a:rPr lang="en-US" sz="1400" b="1"/>
              <a:t>Note: </a:t>
            </a:r>
            <a:r>
              <a:rPr lang="en-US" sz="1400" b="1">
                <a:cs typeface="Arial"/>
              </a:rPr>
              <a:t>Recommend summary at subject level instead of visit level</a:t>
            </a:r>
            <a:endParaRPr lang="en-US" sz="1400" b="1"/>
          </a:p>
        </p:txBody>
      </p:sp>
      <p:graphicFrame>
        <p:nvGraphicFramePr>
          <p:cNvPr id="10" name="Table Placeholder 3">
            <a:extLst>
              <a:ext uri="{FF2B5EF4-FFF2-40B4-BE49-F238E27FC236}">
                <a16:creationId xmlns:a16="http://schemas.microsoft.com/office/drawing/2014/main" id="{3F01BF63-4087-DC2E-3B99-69DEC044FDB3}"/>
              </a:ext>
            </a:extLst>
          </p:cNvPr>
          <p:cNvGraphicFramePr>
            <a:graphicFrameLocks/>
          </p:cNvGraphicFramePr>
          <p:nvPr>
            <p:extLst>
              <p:ext uri="{D42A27DB-BD31-4B8C-83A1-F6EECF244321}">
                <p14:modId xmlns:p14="http://schemas.microsoft.com/office/powerpoint/2010/main" val="1866276218"/>
              </p:ext>
            </p:extLst>
          </p:nvPr>
        </p:nvGraphicFramePr>
        <p:xfrm>
          <a:off x="6611252" y="1876446"/>
          <a:ext cx="5303520" cy="3857246"/>
        </p:xfrm>
        <a:graphic>
          <a:graphicData uri="http://schemas.openxmlformats.org/drawingml/2006/table">
            <a:tbl>
              <a:tblPr firstRow="1" firstCol="1" bandRow="1"/>
              <a:tblGrid>
                <a:gridCol w="2011680">
                  <a:extLst>
                    <a:ext uri="{9D8B030D-6E8A-4147-A177-3AD203B41FA5}">
                      <a16:colId xmlns:a16="http://schemas.microsoft.com/office/drawing/2014/main" val="352379917"/>
                    </a:ext>
                  </a:extLst>
                </a:gridCol>
                <a:gridCol w="1097280">
                  <a:extLst>
                    <a:ext uri="{9D8B030D-6E8A-4147-A177-3AD203B41FA5}">
                      <a16:colId xmlns:a16="http://schemas.microsoft.com/office/drawing/2014/main" val="3367014213"/>
                    </a:ext>
                  </a:extLst>
                </a:gridCol>
                <a:gridCol w="1097280">
                  <a:extLst>
                    <a:ext uri="{9D8B030D-6E8A-4147-A177-3AD203B41FA5}">
                      <a16:colId xmlns:a16="http://schemas.microsoft.com/office/drawing/2014/main" val="3822601107"/>
                    </a:ext>
                  </a:extLst>
                </a:gridCol>
                <a:gridCol w="1097280">
                  <a:extLst>
                    <a:ext uri="{9D8B030D-6E8A-4147-A177-3AD203B41FA5}">
                      <a16:colId xmlns:a16="http://schemas.microsoft.com/office/drawing/2014/main" val="3767382413"/>
                    </a:ext>
                  </a:extLst>
                </a:gridCol>
              </a:tblGrid>
              <a:tr h="548640">
                <a:tc gridSpan="4">
                  <a:txBody>
                    <a:bodyPr/>
                    <a:lstStyle/>
                    <a:p>
                      <a:pPr lvl="0" algn="ctr">
                        <a:lnSpc>
                          <a:spcPct val="100000"/>
                        </a:lnSpc>
                        <a:spcBef>
                          <a:spcPts val="0"/>
                        </a:spcBef>
                        <a:spcAft>
                          <a:spcPts val="0"/>
                        </a:spcAft>
                        <a:buNone/>
                      </a:pPr>
                      <a:r>
                        <a:rPr lang="en-US" sz="900" b="0" i="0" u="none" strike="noStrike" kern="100" noProof="0">
                          <a:solidFill>
                            <a:srgbClr val="000000"/>
                          </a:solidFill>
                          <a:effectLst/>
                          <a:highlight>
                            <a:srgbClr val="FFFFFF"/>
                          </a:highlight>
                          <a:latin typeface="Arial"/>
                        </a:rPr>
                        <a:t>(optional, for compound with moderate to high ADA rate)</a:t>
                      </a:r>
                    </a:p>
                    <a:p>
                      <a:pPr lvl="0" algn="ctr">
                        <a:lnSpc>
                          <a:spcPct val="100000"/>
                        </a:lnSpc>
                        <a:spcBef>
                          <a:spcPts val="0"/>
                        </a:spcBef>
                        <a:spcAft>
                          <a:spcPts val="0"/>
                        </a:spcAft>
                        <a:buNone/>
                      </a:pPr>
                      <a:r>
                        <a:rPr lang="en-US" sz="900" b="0" i="0" u="none" strike="noStrike" kern="100" noProof="0">
                          <a:solidFill>
                            <a:srgbClr val="000000"/>
                          </a:solidFill>
                          <a:effectLst/>
                          <a:highlight>
                            <a:srgbClr val="FFFFFF"/>
                          </a:highlight>
                          <a:latin typeface="Arial"/>
                        </a:rPr>
                        <a:t>Table</a:t>
                      </a:r>
                    </a:p>
                    <a:p>
                      <a:pPr lvl="0" algn="ctr">
                        <a:lnSpc>
                          <a:spcPct val="100000"/>
                        </a:lnSpc>
                        <a:spcBef>
                          <a:spcPts val="0"/>
                        </a:spcBef>
                        <a:spcAft>
                          <a:spcPts val="0"/>
                        </a:spcAft>
                        <a:buNone/>
                      </a:pPr>
                      <a:r>
                        <a:rPr lang="en-US" sz="900" b="0" i="0" u="none" strike="noStrike" kern="100" noProof="0">
                          <a:solidFill>
                            <a:srgbClr val="000000"/>
                          </a:solidFill>
                          <a:effectLst/>
                          <a:highlight>
                            <a:srgbClr val="FFFFFF"/>
                          </a:highlight>
                          <a:latin typeface="Arial"/>
                        </a:rPr>
                        <a:t>Summary of ADA Titer and ADA Dynamics </a:t>
                      </a:r>
                    </a:p>
                    <a:p>
                      <a:pPr lvl="0" algn="ctr">
                        <a:lnSpc>
                          <a:spcPct val="100000"/>
                        </a:lnSpc>
                        <a:spcBef>
                          <a:spcPts val="0"/>
                        </a:spcBef>
                        <a:spcAft>
                          <a:spcPts val="0"/>
                        </a:spcAft>
                        <a:buNone/>
                      </a:pPr>
                      <a:r>
                        <a:rPr lang="en-US" sz="900" b="0" i="0" u="none" strike="noStrike" kern="100" noProof="0">
                          <a:solidFill>
                            <a:srgbClr val="000000"/>
                          </a:solidFill>
                          <a:effectLst/>
                          <a:latin typeface="+mn-lt"/>
                        </a:rPr>
                        <a:t>Immunogenicity Analysis Set</a:t>
                      </a:r>
                    </a:p>
                  </a:txBody>
                  <a:tcPr marL="68580" marR="68580" marT="0" marB="0">
                    <a:lnL w="0">
                      <a:noFill/>
                    </a:lnL>
                    <a:lnR w="0">
                      <a:noFill/>
                    </a:lnR>
                    <a:lnT w="0">
                      <a:noFill/>
                    </a:lnT>
                    <a:lnB w="12700">
                      <a:solidFill>
                        <a:schemeClr val="tx1"/>
                      </a:solidFill>
                    </a:lnB>
                    <a:noFill/>
                  </a:tcPr>
                </a:tc>
                <a:tc hMerge="1">
                  <a:txBody>
                    <a:bodyPr/>
                    <a:lstStyle/>
                    <a:p>
                      <a:endParaRPr lang="en-US"/>
                    </a:p>
                  </a:txBody>
                  <a:tcPr marL="68580" marR="68580" marT="0" marB="0">
                    <a:lnL w="12700">
                      <a:solidFill>
                        <a:srgbClr val="000000"/>
                      </a:solidFill>
                    </a:lnL>
                    <a:lnR w="12700">
                      <a:solidFill>
                        <a:srgbClr val="000000"/>
                      </a:solidFill>
                    </a:lnR>
                    <a:lnT w="12700">
                      <a:solidFill>
                        <a:srgbClr val="000000"/>
                      </a:solidFill>
                    </a:lnT>
                    <a:lnB w="12700">
                      <a:solidFill>
                        <a:srgbClr val="000000"/>
                      </a:solidFill>
                    </a:lnB>
                    <a:noFill/>
                  </a:tcPr>
                </a:tc>
                <a:tc hMerge="1">
                  <a:txBody>
                    <a:bodyPr/>
                    <a:lstStyle/>
                    <a:p>
                      <a:pPr lvl="0" algn="ctr">
                        <a:lnSpc>
                          <a:spcPct val="100000"/>
                        </a:lnSpc>
                        <a:spcBef>
                          <a:spcPts val="0"/>
                        </a:spcBef>
                        <a:spcAft>
                          <a:spcPts val="0"/>
                        </a:spcAft>
                        <a:buNone/>
                      </a:pPr>
                      <a:endParaRPr lang="en-US" sz="900" b="0" i="0" u="none" strike="noStrike" kern="100" noProof="0">
                        <a:solidFill>
                          <a:srgbClr val="000000"/>
                        </a:solidFill>
                        <a:effectLst/>
                        <a:highlight>
                          <a:srgbClr val="FFFFFF"/>
                        </a:highlight>
                        <a:latin typeface="Arial"/>
                      </a:endParaRPr>
                    </a:p>
                  </a:txBody>
                  <a:tcPr marL="68580" marR="68580" marT="0" marB="0">
                    <a:lnL w="0">
                      <a:noFill/>
                    </a:lnL>
                    <a:lnR w="0">
                      <a:noFill/>
                    </a:lnR>
                    <a:lnT w="0">
                      <a:noFill/>
                    </a:lnT>
                    <a:lnB w="12700">
                      <a:solidFill>
                        <a:schemeClr val="tx1"/>
                      </a:solidFill>
                    </a:lnB>
                    <a:noFill/>
                  </a:tcPr>
                </a:tc>
                <a:tc hMerge="1">
                  <a:txBody>
                    <a:bodyPr/>
                    <a:lstStyle/>
                    <a:p>
                      <a:pPr lvl="0" algn="ctr">
                        <a:lnSpc>
                          <a:spcPct val="100000"/>
                        </a:lnSpc>
                        <a:spcBef>
                          <a:spcPts val="0"/>
                        </a:spcBef>
                        <a:spcAft>
                          <a:spcPts val="0"/>
                        </a:spcAft>
                        <a:buNone/>
                      </a:pPr>
                      <a:endParaRPr lang="en-US" sz="900" b="0" i="0" u="none" strike="noStrike" kern="100" noProof="0">
                        <a:solidFill>
                          <a:srgbClr val="000000"/>
                        </a:solidFill>
                        <a:effectLst/>
                        <a:highlight>
                          <a:srgbClr val="FFFFFF"/>
                        </a:highlight>
                        <a:latin typeface="Arial"/>
                      </a:endParaRPr>
                    </a:p>
                  </a:txBody>
                  <a:tcPr marL="68580" marR="68580" marT="0" marB="0">
                    <a:lnL w="0">
                      <a:noFill/>
                    </a:lnL>
                    <a:lnR w="0">
                      <a:noFill/>
                    </a:lnR>
                    <a:lnT w="0">
                      <a:noFill/>
                    </a:lnT>
                    <a:lnB w="12700">
                      <a:solidFill>
                        <a:schemeClr val="tx1"/>
                      </a:solidFill>
                    </a:lnB>
                    <a:noFill/>
                  </a:tcPr>
                </a:tc>
                <a:extLst>
                  <a:ext uri="{0D108BD9-81ED-4DB2-BD59-A6C34878D82A}">
                    <a16:rowId xmlns:a16="http://schemas.microsoft.com/office/drawing/2014/main" val="2659750917"/>
                  </a:ext>
                </a:extLst>
              </a:tr>
              <a:tr h="0">
                <a:tc>
                  <a:txBody>
                    <a:bodyPr/>
                    <a:lstStyle/>
                    <a:p>
                      <a:pPr marL="0" lvl="0">
                        <a:lnSpc>
                          <a:spcPct val="107000"/>
                        </a:lnSpc>
                        <a:spcAft>
                          <a:spcPts val="800"/>
                        </a:spcAft>
                        <a:buNone/>
                      </a:pPr>
                      <a:endParaRPr lang="en-US"/>
                    </a:p>
                  </a:txBody>
                  <a:tcPr marL="68580" marR="68580" marT="0" marB="0">
                    <a:lnL w="12700">
                      <a:solidFill>
                        <a:srgbClr val="000000"/>
                      </a:solidFill>
                    </a:lnL>
                    <a:lnR w="12700">
                      <a:solidFill>
                        <a:srgbClr val="000000"/>
                      </a:solid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lvl="0" algn="ctr">
                        <a:lnSpc>
                          <a:spcPct val="107000"/>
                        </a:lnSpc>
                        <a:spcAft>
                          <a:spcPts val="800"/>
                        </a:spcAft>
                        <a:buNone/>
                      </a:pPr>
                      <a:r>
                        <a:rPr lang="en-US" sz="1100" kern="100">
                          <a:effectLst/>
                          <a:latin typeface="Calibri"/>
                          <a:ea typeface="Calibri"/>
                          <a:cs typeface="Times New Roman"/>
                        </a:rPr>
                        <a:t>Dose Level 1</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kern="100">
                          <a:effectLst/>
                          <a:latin typeface="Calibri"/>
                          <a:ea typeface="Calibri"/>
                          <a:cs typeface="Times New Roman"/>
                        </a:rPr>
                        <a:t>Dose Level 2</a:t>
                      </a: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a:solidFill>
                        <a:schemeClr val="tx1"/>
                      </a:solidFill>
                    </a:lnT>
                    <a:lnB w="12700">
                      <a:solidFill>
                        <a:srgbClr val="000000"/>
                      </a:solidFill>
                    </a:lnB>
                    <a:no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kern="100">
                          <a:effectLst/>
                          <a:latin typeface="Calibri"/>
                          <a:ea typeface="Calibri"/>
                          <a:cs typeface="Times New Roman"/>
                        </a:rPr>
                        <a:t>Total</a:t>
                      </a:r>
                    </a:p>
                  </a:txBody>
                  <a:tcPr marL="68580" marR="68580" marT="0" marB="0">
                    <a:lnL w="12700">
                      <a:solidFill>
                        <a:srgbClr val="000000"/>
                      </a:solidFill>
                    </a:lnL>
                    <a:lnR w="12700">
                      <a:solidFill>
                        <a:srgbClr val="000000"/>
                      </a:solidFill>
                    </a:lnR>
                    <a:lnT w="12700">
                      <a:solidFill>
                        <a:schemeClr val="tx1"/>
                      </a:solidFill>
                    </a:lnT>
                    <a:lnB w="12700">
                      <a:solidFill>
                        <a:srgbClr val="000000"/>
                      </a:solidFill>
                    </a:lnB>
                    <a:noFill/>
                  </a:tcPr>
                </a:tc>
                <a:extLst>
                  <a:ext uri="{0D108BD9-81ED-4DB2-BD59-A6C34878D82A}">
                    <a16:rowId xmlns:a16="http://schemas.microsoft.com/office/drawing/2014/main" val="3790588109"/>
                  </a:ext>
                </a:extLst>
              </a:tr>
              <a:tr h="0">
                <a:tc>
                  <a:txBody>
                    <a:bodyPr/>
                    <a:lstStyle/>
                    <a:p>
                      <a:pPr marL="0" marR="0">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lvl="0" algn="ctr">
                        <a:lnSpc>
                          <a:spcPct val="107000"/>
                        </a:lnSpc>
                        <a:spcAft>
                          <a:spcPts val="800"/>
                        </a:spcAft>
                        <a:buNone/>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marL="0" lvl="0" algn="ctr">
                        <a:lnSpc>
                          <a:spcPct val="107000"/>
                        </a:lnSpc>
                        <a:spcAft>
                          <a:spcPts val="800"/>
                        </a:spcAft>
                        <a:buNone/>
                      </a:pPr>
                      <a:endParaRPr lang="en-US" sz="1100" kern="100">
                        <a:effectLst/>
                        <a:latin typeface="Calibri"/>
                        <a:ea typeface="Calibri"/>
                        <a:cs typeface="Times New Roman"/>
                      </a:endParaRPr>
                    </a:p>
                  </a:txBody>
                  <a:tcPr marL="68580" marR="68580" marT="0" marB="0">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838126"/>
                  </a:ext>
                </a:extLst>
              </a:tr>
              <a:tr h="0">
                <a:tc>
                  <a:txBody>
                    <a:bodyPr/>
                    <a:lstStyle/>
                    <a:p>
                      <a:pPr marL="0" marR="0">
                        <a:lnSpc>
                          <a:spcPct val="107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Highest ADA titer of each participant with positive ADA any time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100" kern="100">
                          <a:effectLst/>
                          <a:latin typeface="Calibri"/>
                          <a:ea typeface="Calibri"/>
                          <a:cs typeface="Times New Roman"/>
                        </a:rPr>
                        <a:t>Median (range)</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100" kern="100">
                          <a:effectLst/>
                          <a:latin typeface="Calibri"/>
                          <a:ea typeface="Calibri"/>
                          <a:cs typeface="Times New Roman"/>
                        </a:rPr>
                        <a:t>Median (range)</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a:lnSpc>
                          <a:spcPct val="107000"/>
                        </a:lnSpc>
                        <a:spcAft>
                          <a:spcPts val="800"/>
                        </a:spcAft>
                      </a:pPr>
                      <a:r>
                        <a:rPr lang="en-US" sz="1100" kern="100">
                          <a:effectLst/>
                          <a:latin typeface="Calibri"/>
                          <a:ea typeface="Calibri"/>
                          <a:cs typeface="Times New Roman"/>
                        </a:rPr>
                        <a:t>Median (range)</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2775996373"/>
                  </a:ext>
                </a:extLst>
              </a:tr>
              <a:tr h="0">
                <a:tc>
                  <a:txBody>
                    <a:bodyPr/>
                    <a:lstStyle/>
                    <a:p>
                      <a:pPr marL="0" marR="0">
                        <a:lnSpc>
                          <a:spcPct val="107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Highest ADA titer of each participant with treatment-emergent ADA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100" kern="100">
                          <a:effectLst/>
                          <a:latin typeface="Calibri"/>
                          <a:ea typeface="Calibri"/>
                          <a:cs typeface="Times New Roman"/>
                        </a:rPr>
                        <a:t>Median (range)</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100" kern="100">
                          <a:effectLst/>
                          <a:latin typeface="Calibri"/>
                          <a:ea typeface="Calibri"/>
                          <a:cs typeface="Times New Roman"/>
                        </a:rPr>
                        <a:t>Median (range)</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a:lnSpc>
                          <a:spcPct val="107000"/>
                        </a:lnSpc>
                        <a:spcAft>
                          <a:spcPts val="800"/>
                        </a:spcAft>
                      </a:pPr>
                      <a:r>
                        <a:rPr lang="en-US" sz="1100" kern="100">
                          <a:effectLst/>
                          <a:latin typeface="Calibri"/>
                          <a:ea typeface="Calibri"/>
                          <a:cs typeface="Times New Roman"/>
                        </a:rPr>
                        <a:t>Median (range)</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3714017244"/>
                  </a:ext>
                </a:extLst>
              </a:tr>
              <a:tr h="0">
                <a:tc>
                  <a:txBody>
                    <a:bodyPr/>
                    <a:lstStyle/>
                    <a:p>
                      <a:pPr marL="0" marR="0">
                        <a:lnSpc>
                          <a:spcPct val="107000"/>
                        </a:lnSpc>
                        <a:spcAft>
                          <a:spcPts val="800"/>
                        </a:spcAft>
                      </a:pP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a:lnSpc>
                          <a:spcPct val="107000"/>
                        </a:lnSpc>
                        <a:spcAft>
                          <a:spcPts val="800"/>
                        </a:spcAft>
                      </a:pP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750911634"/>
                  </a:ext>
                </a:extLst>
              </a:tr>
              <a:tr h="0">
                <a:tc>
                  <a:txBody>
                    <a:bodyPr/>
                    <a:lstStyle/>
                    <a:p>
                      <a:pPr marL="0" marR="0">
                        <a:lnSpc>
                          <a:spcPct val="107000"/>
                        </a:lnSpc>
                        <a:spcAft>
                          <a:spcPts val="800"/>
                        </a:spcAft>
                      </a:pPr>
                      <a:r>
                        <a:rPr lang="en-US" sz="1100" kern="100">
                          <a:effectLst/>
                          <a:latin typeface="Calibri"/>
                          <a:ea typeface="Calibri"/>
                          <a:cs typeface="Times New Roman"/>
                        </a:rPr>
                        <a:t>Time of ADA onset, </a:t>
                      </a:r>
                      <a:r>
                        <a:rPr lang="en-US" sz="1100" kern="100">
                          <a:effectLst/>
                          <a:latin typeface="Calibri" panose="020F0502020204030204" pitchFamily="34" charset="0"/>
                          <a:ea typeface="Calibri" panose="020F0502020204030204" pitchFamily="34" charset="0"/>
                          <a:cs typeface="Times New Roman" panose="02020603050405020304" pitchFamily="18" charset="0"/>
                        </a:rPr>
                        <a:t>participant with treatment-induced ADA</a:t>
                      </a:r>
                      <a:endParaRPr lang="en-US" sz="1100" kern="100">
                        <a:effectLst/>
                        <a:latin typeface="Calibri"/>
                        <a:ea typeface="Calibri"/>
                        <a:cs typeface="Times New Roman"/>
                      </a:endParaRPr>
                    </a:p>
                  </a:txBody>
                  <a:tcPr marL="68580" marR="68580" marT="0" marB="0">
                    <a:lnL w="12700">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a:lnSpc>
                          <a:spcPct val="107000"/>
                        </a:lnSpc>
                        <a:spcAft>
                          <a:spcPts val="800"/>
                        </a:spcAft>
                      </a:pPr>
                      <a:r>
                        <a:rPr lang="en-US" sz="1100" kern="100">
                          <a:effectLst/>
                          <a:latin typeface="Calibri"/>
                          <a:ea typeface="Calibri"/>
                          <a:cs typeface="Times New Roman"/>
                        </a:rPr>
                        <a:t>Median (range)</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pPr>
                      <a:r>
                        <a:rPr lang="en-US" sz="1100" kern="100">
                          <a:effectLst/>
                          <a:latin typeface="Calibri"/>
                          <a:ea typeface="Calibri"/>
                          <a:cs typeface="Times New Roman"/>
                        </a:rPr>
                        <a:t>Median (range)</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a:lnSpc>
                          <a:spcPct val="107000"/>
                        </a:lnSpc>
                        <a:spcAft>
                          <a:spcPts val="800"/>
                        </a:spcAft>
                      </a:pPr>
                      <a:r>
                        <a:rPr lang="en-US" sz="1100" kern="100">
                          <a:effectLst/>
                          <a:latin typeface="Calibri"/>
                          <a:ea typeface="Calibri"/>
                          <a:cs typeface="Times New Roman"/>
                        </a:rPr>
                        <a:t>Median (range)</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2322947217"/>
                  </a:ext>
                </a:extLst>
              </a:tr>
              <a:tr h="0">
                <a:tc>
                  <a:txBody>
                    <a:bodyPr/>
                    <a:lstStyle/>
                    <a:p>
                      <a:pPr marL="0" marR="0" algn="l" defTabSz="914400" rtl="0" eaLnBrk="1" latinLnBrk="0" hangingPunct="1">
                        <a:lnSpc>
                          <a:spcPct val="107000"/>
                        </a:lnSpc>
                        <a:spcAft>
                          <a:spcPts val="800"/>
                        </a:spcAft>
                      </a:pPr>
                      <a:r>
                        <a:rPr lang="en-US" sz="1100" kern="100">
                          <a:solidFill>
                            <a:schemeClr val="tx1"/>
                          </a:solidFill>
                          <a:effectLst/>
                          <a:latin typeface="Calibri"/>
                          <a:ea typeface="Calibri"/>
                          <a:cs typeface="Times New Roman"/>
                        </a:rPr>
                        <a:t>ADA duration</a:t>
                      </a:r>
                      <a:r>
                        <a:rPr lang="en-US" sz="1100" kern="100">
                          <a:effectLst/>
                          <a:latin typeface="Calibri"/>
                          <a:ea typeface="Calibri"/>
                          <a:cs typeface="Times New Roman"/>
                        </a:rPr>
                        <a:t>, </a:t>
                      </a:r>
                      <a:r>
                        <a:rPr lang="en-US" sz="1100" kern="100">
                          <a:effectLst/>
                          <a:latin typeface="Calibri" panose="020F0502020204030204" pitchFamily="34" charset="0"/>
                          <a:ea typeface="Calibri" panose="020F0502020204030204" pitchFamily="34" charset="0"/>
                          <a:cs typeface="Times New Roman" panose="02020603050405020304" pitchFamily="18" charset="0"/>
                        </a:rPr>
                        <a:t>participant with treatment-induced ADA*</a:t>
                      </a:r>
                      <a:endParaRPr lang="en-US" sz="1100" kern="100">
                        <a:solidFill>
                          <a:schemeClr val="tx1"/>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defTabSz="914400" rtl="0" eaLnBrk="1" fontAlgn="b" latinLnBrk="0" hangingPunct="1">
                        <a:lnSpc>
                          <a:spcPct val="107000"/>
                        </a:lnSpc>
                        <a:spcAft>
                          <a:spcPts val="800"/>
                        </a:spcAft>
                      </a:pPr>
                      <a:r>
                        <a:rPr lang="en-US" sz="1100" kern="100">
                          <a:solidFill>
                            <a:schemeClr val="tx1"/>
                          </a:solidFill>
                          <a:effectLst/>
                          <a:latin typeface="Calibri"/>
                          <a:cs typeface="Times New Roman"/>
                        </a:rPr>
                        <a:t>  Median (95% CI)</a:t>
                      </a:r>
                      <a:br>
                        <a:rPr lang="en-US" sz="1100" kern="100">
                          <a:solidFill>
                            <a:schemeClr val="tx1"/>
                          </a:solidFill>
                          <a:effectLst/>
                          <a:latin typeface="Calibri"/>
                          <a:cs typeface="Times New Roman"/>
                        </a:rPr>
                      </a:br>
                      <a:r>
                        <a:rPr lang="en-US" sz="1100" kern="100">
                          <a:effectLst/>
                          <a:latin typeface="Calibri"/>
                          <a:ea typeface="Calibri"/>
                          <a:cs typeface="Times New Roman"/>
                        </a:rPr>
                        <a:t>n=xxx</a:t>
                      </a:r>
                      <a:endParaRPr lang="en-US" sz="1100" kern="100">
                        <a:solidFill>
                          <a:schemeClr val="tx1"/>
                        </a:solidFill>
                        <a:effectLst/>
                        <a:latin typeface="Calibri"/>
                        <a:cs typeface="Times New Roman"/>
                      </a:endParaRPr>
                    </a:p>
                  </a:txBody>
                  <a:tcPr marL="9525" marR="9525" marT="95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defTabSz="914400" rtl="0" eaLnBrk="1" fontAlgn="b" latinLnBrk="0" hangingPunct="1">
                        <a:lnSpc>
                          <a:spcPct val="107000"/>
                        </a:lnSpc>
                        <a:spcAft>
                          <a:spcPts val="800"/>
                        </a:spcAft>
                      </a:pPr>
                      <a:r>
                        <a:rPr lang="en-US" sz="1100" kern="100">
                          <a:solidFill>
                            <a:schemeClr val="tx1"/>
                          </a:solidFill>
                          <a:effectLst/>
                          <a:latin typeface="Calibri"/>
                          <a:cs typeface="Times New Roman"/>
                        </a:rPr>
                        <a:t>  Median (95% CI)</a:t>
                      </a:r>
                      <a:br>
                        <a:rPr lang="en-US" sz="1100" kern="100">
                          <a:solidFill>
                            <a:schemeClr val="tx1"/>
                          </a:solidFill>
                          <a:effectLst/>
                          <a:latin typeface="Calibri"/>
                          <a:cs typeface="Times New Roman"/>
                        </a:rPr>
                      </a:br>
                      <a:r>
                        <a:rPr lang="en-US" sz="1100" kern="100">
                          <a:effectLst/>
                          <a:latin typeface="Calibri"/>
                          <a:ea typeface="Calibri"/>
                          <a:cs typeface="Times New Roman"/>
                        </a:rPr>
                        <a:t>n=xxx</a:t>
                      </a:r>
                      <a:endParaRPr lang="en-US" sz="1100" kern="100">
                        <a:solidFill>
                          <a:schemeClr val="tx1"/>
                        </a:solidFill>
                        <a:effectLst/>
                        <a:latin typeface="Calibri"/>
                        <a:cs typeface="Times New Roman"/>
                      </a:endParaRPr>
                    </a:p>
                  </a:txBody>
                  <a:tcPr marL="9525" marR="9525" marT="95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algn="l" defTabSz="914400" rtl="0" eaLnBrk="1" fontAlgn="b" latinLnBrk="0" hangingPunct="1">
                        <a:lnSpc>
                          <a:spcPct val="107000"/>
                        </a:lnSpc>
                        <a:spcAft>
                          <a:spcPts val="800"/>
                        </a:spcAft>
                      </a:pPr>
                      <a:r>
                        <a:rPr lang="en-US" sz="1100" kern="100">
                          <a:solidFill>
                            <a:schemeClr val="tx1"/>
                          </a:solidFill>
                          <a:effectLst/>
                          <a:latin typeface="Calibri"/>
                          <a:cs typeface="Times New Roman"/>
                        </a:rPr>
                        <a:t>  Median (95% CI)</a:t>
                      </a:r>
                      <a:br>
                        <a:rPr lang="en-US" sz="1100" kern="100">
                          <a:solidFill>
                            <a:schemeClr val="tx1"/>
                          </a:solidFill>
                          <a:effectLst/>
                          <a:latin typeface="Calibri"/>
                          <a:cs typeface="Times New Roman"/>
                        </a:rPr>
                      </a:br>
                      <a:r>
                        <a:rPr lang="en-US" sz="1100" kern="100">
                          <a:effectLst/>
                          <a:latin typeface="Calibri"/>
                          <a:ea typeface="Calibri"/>
                          <a:cs typeface="Times New Roman"/>
                        </a:rPr>
                        <a:t>n=xxx</a:t>
                      </a:r>
                      <a:endParaRPr lang="en-US" sz="1100" kern="100">
                        <a:solidFill>
                          <a:schemeClr val="tx1"/>
                        </a:solidFill>
                        <a:effectLst/>
                        <a:latin typeface="Calibri"/>
                        <a:cs typeface="Times New Roman"/>
                      </a:endParaRPr>
                    </a:p>
                  </a:txBody>
                  <a:tcPr marL="9525" marR="9525" marT="9525" anchor="b">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4215768928"/>
                  </a:ext>
                </a:extLst>
              </a:tr>
              <a:tr h="0">
                <a:tc>
                  <a:txBody>
                    <a:bodyPr/>
                    <a:lstStyle/>
                    <a:p>
                      <a:pPr marL="0" marR="0" algn="l" defTabSz="914400" rtl="0" eaLnBrk="1" latinLnBrk="0" hangingPunct="1">
                        <a:lnSpc>
                          <a:spcPct val="107000"/>
                        </a:lnSpc>
                        <a:spcAft>
                          <a:spcPts val="800"/>
                        </a:spcAft>
                      </a:pPr>
                      <a:endParaRPr lang="en-US"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defTabSz="914400" rtl="0" eaLnBrk="1" fontAlgn="b" latinLnBrk="0" hangingPunct="1">
                        <a:lnSpc>
                          <a:spcPct val="107000"/>
                        </a:lnSpc>
                        <a:spcAft>
                          <a:spcPts val="800"/>
                        </a:spcAft>
                      </a:pPr>
                      <a:r>
                        <a:rPr lang="en-US" sz="1100" kern="100">
                          <a:solidFill>
                            <a:schemeClr val="tx1"/>
                          </a:solidFill>
                          <a:effectLst/>
                          <a:latin typeface="Calibri"/>
                          <a:cs typeface="Times New Roman"/>
                        </a:rPr>
                        <a:t>  Q1, Q3</a:t>
                      </a:r>
                    </a:p>
                  </a:txBody>
                  <a:tcPr marL="9525" marR="9525" marT="95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defTabSz="914400" rtl="0" eaLnBrk="1" fontAlgn="b" latinLnBrk="0" hangingPunct="1">
                        <a:lnSpc>
                          <a:spcPct val="107000"/>
                        </a:lnSpc>
                        <a:spcAft>
                          <a:spcPts val="800"/>
                        </a:spcAft>
                      </a:pPr>
                      <a:r>
                        <a:rPr lang="en-US" sz="1100" kern="100">
                          <a:solidFill>
                            <a:schemeClr val="tx1"/>
                          </a:solidFill>
                          <a:effectLst/>
                          <a:latin typeface="Calibri"/>
                          <a:cs typeface="Times New Roman"/>
                        </a:rPr>
                        <a:t>  Q1, Q3</a:t>
                      </a:r>
                    </a:p>
                  </a:txBody>
                  <a:tcPr marL="9525" marR="9525" marT="95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algn="l" defTabSz="914400" rtl="0" eaLnBrk="1" fontAlgn="b" latinLnBrk="0" hangingPunct="1">
                        <a:lnSpc>
                          <a:spcPct val="107000"/>
                        </a:lnSpc>
                        <a:spcAft>
                          <a:spcPts val="800"/>
                        </a:spcAft>
                      </a:pPr>
                      <a:r>
                        <a:rPr lang="en-US" sz="1100" kern="100">
                          <a:solidFill>
                            <a:schemeClr val="tx1"/>
                          </a:solidFill>
                          <a:effectLst/>
                          <a:latin typeface="Calibri"/>
                          <a:cs typeface="Times New Roman"/>
                        </a:rPr>
                        <a:t>  Q1, Q3</a:t>
                      </a:r>
                    </a:p>
                  </a:txBody>
                  <a:tcPr marL="9525" marR="9525" marT="9525" anchor="b">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2227244175"/>
                  </a:ext>
                </a:extLst>
              </a:tr>
              <a:tr h="0">
                <a:tc>
                  <a:txBody>
                    <a:bodyPr/>
                    <a:lstStyle/>
                    <a:p>
                      <a:pPr marL="0" marR="0">
                        <a:lnSpc>
                          <a:spcPct val="107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ADA Sampling Duration (time from C1D1 to last ADA sample)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kern="100">
                          <a:effectLst/>
                          <a:latin typeface="Calibri"/>
                          <a:ea typeface="Calibri"/>
                          <a:cs typeface="Times New Roman"/>
                        </a:rPr>
                        <a:t>Median (range)</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kern="100">
                          <a:effectLst/>
                          <a:latin typeface="Calibri"/>
                          <a:ea typeface="Calibri"/>
                          <a:cs typeface="Times New Roman"/>
                        </a:rPr>
                        <a:t>Median (range)</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kern="100">
                          <a:effectLst/>
                          <a:latin typeface="Calibri"/>
                          <a:ea typeface="Calibri"/>
                          <a:cs typeface="Times New Roman"/>
                        </a:rPr>
                        <a:t>Median (range)</a:t>
                      </a:r>
                      <a:br>
                        <a:rPr lang="en-US" sz="1100" kern="100">
                          <a:effectLst/>
                          <a:latin typeface="Calibri"/>
                          <a:ea typeface="Calibri"/>
                          <a:cs typeface="Times New Roman"/>
                        </a:rPr>
                      </a:br>
                      <a:r>
                        <a:rPr lang="en-US" sz="1100" kern="100">
                          <a:effectLst/>
                          <a:latin typeface="Calibri"/>
                          <a:ea typeface="Calibri"/>
                          <a:cs typeface="Times New Roman"/>
                        </a:rPr>
                        <a:t>n=xxx</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360163"/>
                  </a:ext>
                </a:extLst>
              </a:tr>
              <a:tr h="0">
                <a:tc gridSpan="4">
                  <a:txBody>
                    <a:bodyPr/>
                    <a:lstStyle/>
                    <a:p>
                      <a:pPr algn="l"/>
                      <a:r>
                        <a:rPr lang="en-US" sz="1100"/>
                        <a:t>*Suggest using KM estimate to summarize ADA duration for oncology compounds due to censoring</a:t>
                      </a: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hMerge="1">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lang="en-US" sz="1100" kern="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3302444532"/>
                  </a:ext>
                </a:extLst>
              </a:tr>
            </a:tbl>
          </a:graphicData>
        </a:graphic>
      </p:graphicFrame>
      <p:sp>
        <p:nvSpPr>
          <p:cNvPr id="15" name="TextBox 14">
            <a:extLst>
              <a:ext uri="{FF2B5EF4-FFF2-40B4-BE49-F238E27FC236}">
                <a16:creationId xmlns:a16="http://schemas.microsoft.com/office/drawing/2014/main" id="{9C639933-9E95-003E-E5B7-CB4098B5528B}"/>
              </a:ext>
            </a:extLst>
          </p:cNvPr>
          <p:cNvSpPr txBox="1"/>
          <p:nvPr/>
        </p:nvSpPr>
        <p:spPr>
          <a:xfrm>
            <a:off x="1011082" y="6347243"/>
            <a:ext cx="9444878" cy="261610"/>
          </a:xfrm>
          <a:prstGeom prst="rect">
            <a:avLst/>
          </a:prstGeom>
          <a:solidFill>
            <a:schemeClr val="bg1"/>
          </a:solidFill>
        </p:spPr>
        <p:txBody>
          <a:bodyPr wrap="square">
            <a:spAutoFit/>
          </a:bodyPr>
          <a:lstStyle/>
          <a:p>
            <a:r>
              <a:rPr lang="en-US" sz="1100" kern="100">
                <a:latin typeface="Calibri"/>
                <a:ea typeface="Times New Roman" panose="02020603050405020304" pitchFamily="18" charset="0"/>
                <a:cs typeface="Times New Roman"/>
              </a:rPr>
              <a:t>Immunogenicity set: all trial participants from the FAS who have received at least one dose of IMP </a:t>
            </a:r>
            <a:r>
              <a:rPr lang="en-US" sz="1100" kern="100">
                <a:latin typeface="Calibri"/>
                <a:cs typeface="Times New Roman"/>
              </a:rPr>
              <a:t>and with at least one valid ADA result post-first dose. </a:t>
            </a:r>
            <a:endParaRPr lang="en-US" sz="1100" kern="100">
              <a:latin typeface="Calibri"/>
              <a:ea typeface="Calibri" panose="020F0502020204030204" pitchFamily="34" charset="0"/>
              <a:cs typeface="Times New Roman"/>
            </a:endParaRPr>
          </a:p>
        </p:txBody>
      </p:sp>
      <p:sp>
        <p:nvSpPr>
          <p:cNvPr id="3" name="TextBox 2">
            <a:extLst>
              <a:ext uri="{FF2B5EF4-FFF2-40B4-BE49-F238E27FC236}">
                <a16:creationId xmlns:a16="http://schemas.microsoft.com/office/drawing/2014/main" id="{C8B1BF15-8586-B9C2-52F9-416C73A49B20}"/>
              </a:ext>
            </a:extLst>
          </p:cNvPr>
          <p:cNvSpPr txBox="1"/>
          <p:nvPr/>
        </p:nvSpPr>
        <p:spPr>
          <a:xfrm>
            <a:off x="6611252" y="663388"/>
            <a:ext cx="2665794" cy="430887"/>
          </a:xfrm>
          <a:prstGeom prst="rect">
            <a:avLst/>
          </a:prstGeom>
          <a:noFill/>
        </p:spPr>
        <p:txBody>
          <a:bodyPr wrap="none" lIns="0" tIns="0" rIns="0" bIns="0" rtlCol="0">
            <a:spAutoFit/>
          </a:bodyPr>
          <a:lstStyle/>
          <a:p>
            <a:pPr algn="l"/>
            <a:r>
              <a:rPr lang="en-US" sz="1400">
                <a:solidFill>
                  <a:srgbClr val="0070C0"/>
                </a:solidFill>
              </a:rPr>
              <a:t>Old table</a:t>
            </a:r>
          </a:p>
          <a:p>
            <a:pPr algn="l"/>
            <a:r>
              <a:rPr lang="en-US" sz="1400">
                <a:solidFill>
                  <a:srgbClr val="0070C0"/>
                </a:solidFill>
              </a:rPr>
              <a:t>Updated table format in next slide</a:t>
            </a:r>
          </a:p>
        </p:txBody>
      </p:sp>
    </p:spTree>
    <p:extLst>
      <p:ext uri="{BB962C8B-B14F-4D97-AF65-F5344CB8AC3E}">
        <p14:creationId xmlns:p14="http://schemas.microsoft.com/office/powerpoint/2010/main" val="3875875886"/>
      </p:ext>
    </p:extLst>
  </p:cSld>
  <p:clrMapOvr>
    <a:masterClrMapping/>
  </p:clrMapOvr>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37AC6-C1A4-FAD9-B250-5C0B43919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AC7FC-13ED-4D19-C9DD-04158ACFA945}"/>
              </a:ext>
            </a:extLst>
          </p:cNvPr>
          <p:cNvSpPr>
            <a:spLocks noGrp="1"/>
          </p:cNvSpPr>
          <p:nvPr>
            <p:ph type="title"/>
          </p:nvPr>
        </p:nvSpPr>
        <p:spPr/>
        <p:txBody>
          <a:bodyPr/>
          <a:lstStyle/>
          <a:p>
            <a:r>
              <a:rPr lang="en-US"/>
              <a:t>ADA Summary TFL Shell Example</a:t>
            </a:r>
          </a:p>
        </p:txBody>
      </p:sp>
      <p:sp>
        <p:nvSpPr>
          <p:cNvPr id="5" name="TextBox 4">
            <a:extLst>
              <a:ext uri="{FF2B5EF4-FFF2-40B4-BE49-F238E27FC236}">
                <a16:creationId xmlns:a16="http://schemas.microsoft.com/office/drawing/2014/main" id="{A6DD7228-D9FC-AD15-13E2-DE8F26B14630}"/>
              </a:ext>
            </a:extLst>
          </p:cNvPr>
          <p:cNvSpPr txBox="1"/>
          <p:nvPr/>
        </p:nvSpPr>
        <p:spPr>
          <a:xfrm>
            <a:off x="344086" y="5879758"/>
            <a:ext cx="5507918" cy="215444"/>
          </a:xfrm>
          <a:prstGeom prst="rect">
            <a:avLst/>
          </a:prstGeom>
          <a:noFill/>
        </p:spPr>
        <p:txBody>
          <a:bodyPr wrap="none" lIns="0" tIns="0" rIns="0" bIns="0" rtlCol="0">
            <a:spAutoFit/>
          </a:bodyPr>
          <a:lstStyle/>
          <a:p>
            <a:r>
              <a:rPr lang="en-US" sz="1400" b="1">
                <a:solidFill>
                  <a:srgbClr val="0070C0"/>
                </a:solidFill>
              </a:rPr>
              <a:t>Note: </a:t>
            </a:r>
            <a:r>
              <a:rPr lang="en-US" sz="1400" b="1">
                <a:solidFill>
                  <a:srgbClr val="0070C0"/>
                </a:solidFill>
                <a:cs typeface="Arial"/>
              </a:rPr>
              <a:t>Recommend summary at subject level instead of visit level</a:t>
            </a:r>
            <a:endParaRPr lang="en-US" sz="1400" b="1">
              <a:solidFill>
                <a:srgbClr val="0070C0"/>
              </a:solidFill>
            </a:endParaRPr>
          </a:p>
        </p:txBody>
      </p:sp>
      <p:sp>
        <p:nvSpPr>
          <p:cNvPr id="15" name="TextBox 14">
            <a:extLst>
              <a:ext uri="{FF2B5EF4-FFF2-40B4-BE49-F238E27FC236}">
                <a16:creationId xmlns:a16="http://schemas.microsoft.com/office/drawing/2014/main" id="{66B7423B-2667-80E5-9421-2AB1384BF773}"/>
              </a:ext>
            </a:extLst>
          </p:cNvPr>
          <p:cNvSpPr txBox="1"/>
          <p:nvPr/>
        </p:nvSpPr>
        <p:spPr>
          <a:xfrm>
            <a:off x="246094" y="6095202"/>
            <a:ext cx="9444878" cy="261610"/>
          </a:xfrm>
          <a:prstGeom prst="rect">
            <a:avLst/>
          </a:prstGeom>
          <a:solidFill>
            <a:schemeClr val="bg1"/>
          </a:solidFill>
        </p:spPr>
        <p:txBody>
          <a:bodyPr wrap="square">
            <a:spAutoFit/>
          </a:bodyPr>
          <a:lstStyle/>
          <a:p>
            <a:r>
              <a:rPr lang="en-US" sz="1100" kern="100">
                <a:latin typeface="Calibri"/>
                <a:ea typeface="Times New Roman" panose="02020603050405020304" pitchFamily="18" charset="0"/>
                <a:cs typeface="Times New Roman"/>
              </a:rPr>
              <a:t>Immunogenicity set: all trial participants from the FAS who have received at least one dose of IMP </a:t>
            </a:r>
            <a:r>
              <a:rPr lang="en-US" sz="1100" kern="100">
                <a:latin typeface="Calibri"/>
                <a:cs typeface="Times New Roman"/>
              </a:rPr>
              <a:t>and with at least one valid ADA result post-first dose. </a:t>
            </a:r>
            <a:endParaRPr lang="en-US" sz="1100" kern="100">
              <a:latin typeface="Calibri"/>
              <a:ea typeface="Calibri" panose="020F0502020204030204" pitchFamily="34" charset="0"/>
              <a:cs typeface="Times New Roman"/>
            </a:endParaRPr>
          </a:p>
        </p:txBody>
      </p:sp>
      <p:graphicFrame>
        <p:nvGraphicFramePr>
          <p:cNvPr id="7" name="Table Placeholder 6">
            <a:extLst>
              <a:ext uri="{FF2B5EF4-FFF2-40B4-BE49-F238E27FC236}">
                <a16:creationId xmlns:a16="http://schemas.microsoft.com/office/drawing/2014/main" id="{647EECF2-1F52-E984-6456-E97E56DC230D}"/>
              </a:ext>
            </a:extLst>
          </p:cNvPr>
          <p:cNvGraphicFramePr>
            <a:graphicFrameLocks noGrp="1"/>
          </p:cNvGraphicFramePr>
          <p:nvPr>
            <p:ph type="tbl" sz="quarter" idx="17"/>
            <p:extLst>
              <p:ext uri="{D42A27DB-BD31-4B8C-83A1-F6EECF244321}">
                <p14:modId xmlns:p14="http://schemas.microsoft.com/office/powerpoint/2010/main" val="4209096179"/>
              </p:ext>
            </p:extLst>
          </p:nvPr>
        </p:nvGraphicFramePr>
        <p:xfrm>
          <a:off x="344086" y="1303645"/>
          <a:ext cx="5729523" cy="4576113"/>
        </p:xfrm>
        <a:graphic>
          <a:graphicData uri="http://schemas.openxmlformats.org/drawingml/2006/table">
            <a:tbl>
              <a:tblPr firstRow="1" firstCol="1" bandRow="1"/>
              <a:tblGrid>
                <a:gridCol w="3071321">
                  <a:extLst>
                    <a:ext uri="{9D8B030D-6E8A-4147-A177-3AD203B41FA5}">
                      <a16:colId xmlns:a16="http://schemas.microsoft.com/office/drawing/2014/main" val="617694084"/>
                    </a:ext>
                  </a:extLst>
                </a:gridCol>
                <a:gridCol w="883149">
                  <a:extLst>
                    <a:ext uri="{9D8B030D-6E8A-4147-A177-3AD203B41FA5}">
                      <a16:colId xmlns:a16="http://schemas.microsoft.com/office/drawing/2014/main" val="1356060046"/>
                    </a:ext>
                  </a:extLst>
                </a:gridCol>
                <a:gridCol w="883149">
                  <a:extLst>
                    <a:ext uri="{9D8B030D-6E8A-4147-A177-3AD203B41FA5}">
                      <a16:colId xmlns:a16="http://schemas.microsoft.com/office/drawing/2014/main" val="604995321"/>
                    </a:ext>
                  </a:extLst>
                </a:gridCol>
                <a:gridCol w="891904">
                  <a:extLst>
                    <a:ext uri="{9D8B030D-6E8A-4147-A177-3AD203B41FA5}">
                      <a16:colId xmlns:a16="http://schemas.microsoft.com/office/drawing/2014/main" val="3969662692"/>
                    </a:ext>
                  </a:extLst>
                </a:gridCol>
              </a:tblGrid>
              <a:tr h="374612">
                <a:tc gridSpan="4">
                  <a:txBody>
                    <a:bodyPr/>
                    <a:lstStyle/>
                    <a:p>
                      <a:pPr lvl="0" algn="ctr">
                        <a:lnSpc>
                          <a:spcPct val="100000"/>
                        </a:lnSpc>
                        <a:spcBef>
                          <a:spcPts val="0"/>
                        </a:spcBef>
                        <a:spcAft>
                          <a:spcPts val="0"/>
                        </a:spcAft>
                        <a:buNone/>
                      </a:pPr>
                      <a:r>
                        <a:rPr lang="en-US" sz="1000" b="1" kern="100" noProof="0">
                          <a:solidFill>
                            <a:schemeClr val="tx1"/>
                          </a:solidFill>
                          <a:effectLst/>
                          <a:latin typeface="Calibri"/>
                          <a:ea typeface="Calibri"/>
                          <a:cs typeface="Times New Roman"/>
                        </a:rPr>
                        <a:t>Table</a:t>
                      </a:r>
                      <a:endParaRPr lang="en-US" sz="1000"/>
                    </a:p>
                    <a:p>
                      <a:pPr lvl="0" algn="ctr">
                        <a:lnSpc>
                          <a:spcPct val="100000"/>
                        </a:lnSpc>
                        <a:spcBef>
                          <a:spcPts val="0"/>
                        </a:spcBef>
                        <a:spcAft>
                          <a:spcPts val="0"/>
                        </a:spcAft>
                        <a:buNone/>
                      </a:pPr>
                      <a:r>
                        <a:rPr lang="en-US" sz="1000" b="1" kern="100" noProof="0">
                          <a:solidFill>
                            <a:schemeClr val="tx1"/>
                          </a:solidFill>
                          <a:effectLst/>
                          <a:latin typeface="Calibri"/>
                          <a:ea typeface="Calibri"/>
                          <a:cs typeface="Times New Roman"/>
                        </a:rPr>
                        <a:t>Summary of Participant Immunogenicity Status by Dose Level</a:t>
                      </a:r>
                    </a:p>
                    <a:p>
                      <a:pPr lvl="0" algn="ctr">
                        <a:lnSpc>
                          <a:spcPct val="100000"/>
                        </a:lnSpc>
                        <a:spcBef>
                          <a:spcPts val="0"/>
                        </a:spcBef>
                        <a:spcAft>
                          <a:spcPts val="0"/>
                        </a:spcAft>
                        <a:buNone/>
                      </a:pPr>
                      <a:r>
                        <a:rPr lang="en-US" sz="800" b="0" i="0" u="none" strike="noStrike" kern="100" noProof="0">
                          <a:solidFill>
                            <a:srgbClr val="000000"/>
                          </a:solidFill>
                          <a:effectLst/>
                          <a:highlight>
                            <a:srgbClr val="FFFFFF"/>
                          </a:highlight>
                          <a:latin typeface="+mn-lt"/>
                        </a:rPr>
                        <a:t>Immunogenicity Analysis Set</a:t>
                      </a:r>
                      <a:endParaRPr lang="en-US" sz="1000" b="1" i="0" u="none" strike="noStrike" kern="100" noProof="0">
                        <a:solidFill>
                          <a:srgbClr val="000000"/>
                        </a:solidFill>
                        <a:effectLst/>
                        <a:highlight>
                          <a:srgbClr val="FFFFFF"/>
                        </a:highlight>
                        <a:latin typeface="Arial" panose="020B0604020202020204" pitchFamily="34" charset="0"/>
                        <a:cs typeface="Times New Roman" panose="02020603050405020304" pitchFamily="18" charset="0"/>
                      </a:endParaRPr>
                    </a:p>
                    <a:p>
                      <a:pPr lvl="0" algn="ctr">
                        <a:lnSpc>
                          <a:spcPct val="100000"/>
                        </a:lnSpc>
                        <a:spcBef>
                          <a:spcPts val="0"/>
                        </a:spcBef>
                        <a:spcAft>
                          <a:spcPts val="0"/>
                        </a:spcAft>
                        <a:buNone/>
                      </a:pPr>
                      <a:endParaRPr lang="en-US" sz="800" b="0" i="0" u="none" strike="noStrike" kern="100" noProof="0">
                        <a:solidFill>
                          <a:srgbClr val="000000"/>
                        </a:solidFill>
                        <a:effectLst/>
                        <a:highlight>
                          <a:srgbClr val="FFFFFF"/>
                        </a:highlight>
                        <a:latin typeface="+mn-lt"/>
                      </a:endParaRPr>
                    </a:p>
                  </a:txBody>
                  <a:tcPr marL="68580" marR="68580" marT="0" marB="0" anchor="b">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pPr marL="0" marR="0" algn="ctr">
                        <a:spcBef>
                          <a:spcPts val="300"/>
                        </a:spcBef>
                        <a:spcAft>
                          <a:spcPts val="300"/>
                        </a:spcAft>
                        <a:buNone/>
                      </a:pP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pPr marL="0" marR="0" algn="ctr">
                        <a:spcBef>
                          <a:spcPts val="300"/>
                        </a:spcBef>
                        <a:spcAft>
                          <a:spcPts val="300"/>
                        </a:spcAft>
                        <a:buNone/>
                      </a:pP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pPr marL="0" marR="0" algn="ctr">
                        <a:spcBef>
                          <a:spcPts val="300"/>
                        </a:spcBef>
                        <a:spcAft>
                          <a:spcPts val="300"/>
                        </a:spcAft>
                        <a:buNone/>
                      </a:pP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48999602"/>
                  </a:ext>
                </a:extLst>
              </a:tr>
              <a:tr h="312177">
                <a:tc>
                  <a:txBody>
                    <a:bodyPr/>
                    <a:lstStyle/>
                    <a:p>
                      <a:pPr marL="0" marR="0" algn="l">
                        <a:spcBef>
                          <a:spcPts val="300"/>
                        </a:spcBef>
                        <a:spcAft>
                          <a:spcPts val="300"/>
                        </a:spcAft>
                        <a:buNone/>
                      </a:pP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Immunogenicity Response, n (%)</a:t>
                      </a: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marL="0" marR="0" algn="ctr">
                        <a:spcBef>
                          <a:spcPts val="300"/>
                        </a:spcBef>
                        <a:spcAft>
                          <a:spcPts val="300"/>
                        </a:spcAft>
                        <a:buNone/>
                      </a:pP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Dose Level 1</a:t>
                      </a:r>
                      <a:b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 xxx</a:t>
                      </a: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marL="0" marR="0" algn="ctr">
                        <a:spcBef>
                          <a:spcPts val="300"/>
                        </a:spcBef>
                        <a:spcAft>
                          <a:spcPts val="300"/>
                        </a:spcAft>
                        <a:buNone/>
                      </a:pP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Dose Level 2</a:t>
                      </a:r>
                      <a:b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 xxx </a:t>
                      </a: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marL="0" marR="0" algn="ctr">
                        <a:spcBef>
                          <a:spcPts val="300"/>
                        </a:spcBef>
                        <a:spcAft>
                          <a:spcPts val="300"/>
                        </a:spcAft>
                        <a:buNone/>
                      </a:pP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Total</a:t>
                      </a:r>
                      <a:b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 xxx</a:t>
                      </a: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345528908"/>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Baseline</a:t>
                      </a: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362501223"/>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Positive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1958169250"/>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Negative</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a:t>
                      </a:r>
                      <a:r>
                        <a:rPr lang="en-US" sz="900" kern="100" err="1">
                          <a:solidFill>
                            <a:srgbClr val="000000"/>
                          </a:solidFill>
                          <a:effectLst/>
                          <a:latin typeface="Arial" panose="020B0604020202020204" pitchFamily="34" charset="0"/>
                          <a:ea typeface="Calibri" panose="020F0502020204030204" pitchFamily="34" charset="0"/>
                          <a:cs typeface="Courier New" panose="02070309020205020404" pitchFamily="49" charset="0"/>
                        </a:rPr>
                        <a:t>xx.x</a:t>
                      </a: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4004658068"/>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Missing</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a:t>
                      </a:r>
                      <a:r>
                        <a:rPr lang="en-US" sz="900" kern="100" err="1">
                          <a:solidFill>
                            <a:srgbClr val="000000"/>
                          </a:solidFill>
                          <a:effectLst/>
                          <a:latin typeface="Arial" panose="020B0604020202020204" pitchFamily="34" charset="0"/>
                          <a:ea typeface="Calibri" panose="020F0502020204030204" pitchFamily="34" charset="0"/>
                          <a:cs typeface="Courier New" panose="02070309020205020404" pitchFamily="49" charset="0"/>
                        </a:rPr>
                        <a:t>xx.x</a:t>
                      </a: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2954340498"/>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Post-baseline</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a:t>
                      </a:r>
                      <a:r>
                        <a:rPr lang="en-US" sz="900" kern="100" err="1">
                          <a:solidFill>
                            <a:srgbClr val="000000"/>
                          </a:solidFill>
                          <a:effectLst/>
                          <a:latin typeface="Arial" panose="020B0604020202020204" pitchFamily="34" charset="0"/>
                          <a:ea typeface="Calibri" panose="020F0502020204030204" pitchFamily="34" charset="0"/>
                          <a:cs typeface="Courier New" panose="02070309020205020404" pitchFamily="49" charset="0"/>
                        </a:rPr>
                        <a:t>xx.x</a:t>
                      </a: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a:t>
                      </a:r>
                      <a:r>
                        <a:rPr lang="en-US" sz="900" kern="100" err="1">
                          <a:solidFill>
                            <a:srgbClr val="000000"/>
                          </a:solidFill>
                          <a:effectLst/>
                          <a:latin typeface="Arial" panose="020B0604020202020204" pitchFamily="34" charset="0"/>
                          <a:ea typeface="Calibri" panose="020F0502020204030204" pitchFamily="34" charset="0"/>
                          <a:cs typeface="Courier New" panose="02070309020205020404" pitchFamily="49" charset="0"/>
                        </a:rPr>
                        <a:t>xx.x</a:t>
                      </a: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2294388423"/>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Positive</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a:t>
                      </a:r>
                      <a:r>
                        <a:rPr lang="en-US" sz="900" kern="100" err="1">
                          <a:solidFill>
                            <a:srgbClr val="000000"/>
                          </a:solidFill>
                          <a:effectLst/>
                          <a:latin typeface="Arial" panose="020B0604020202020204" pitchFamily="34" charset="0"/>
                          <a:ea typeface="Calibri" panose="020F0502020204030204" pitchFamily="34" charset="0"/>
                          <a:cs typeface="Courier New" panose="02070309020205020404" pitchFamily="49" charset="0"/>
                        </a:rPr>
                        <a:t>xx.x</a:t>
                      </a: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65904707"/>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Negative</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712887931"/>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extLst>
                  <a:ext uri="{0D108BD9-81ED-4DB2-BD59-A6C34878D82A}">
                    <a16:rowId xmlns:a16="http://schemas.microsoft.com/office/drawing/2014/main" val="25828935"/>
                  </a:ext>
                </a:extLst>
              </a:tr>
              <a:tr h="18730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ADA positive at baseline or post baseline (ADA prevalence)</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3571787315"/>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ADA positive at baseline and negative all post-baseline</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2917320951"/>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ADA negative at baseline and post-baseline</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2438730785"/>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extLst>
                  <a:ext uri="{0D108BD9-81ED-4DB2-BD59-A6C34878D82A}">
                    <a16:rowId xmlns:a16="http://schemas.microsoft.com/office/drawing/2014/main" val="1515601972"/>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Treatment-emergent ADA (ADA incidence)</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2754580790"/>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Neutralizing antibody positive (NAb+), n</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a:t>
                      </a:r>
                    </a:p>
                  </a:txBody>
                  <a:tcPr marL="68580" marR="68580" marT="0" marB="0">
                    <a:lnL>
                      <a:noFill/>
                    </a:lnL>
                    <a:lnR>
                      <a:noFill/>
                    </a:lnR>
                    <a:lnT>
                      <a:noFill/>
                    </a:lnT>
                    <a:lnB>
                      <a:noFill/>
                    </a:lnB>
                    <a:noFill/>
                  </a:tcPr>
                </a:tc>
                <a:extLst>
                  <a:ext uri="{0D108BD9-81ED-4DB2-BD59-A6C34878D82A}">
                    <a16:rowId xmlns:a16="http://schemas.microsoft.com/office/drawing/2014/main" val="2361918857"/>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Treatment-induced ADA</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1486056809"/>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Neutralizing antibody positive (NAb+), n</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a:t>
                      </a:r>
                    </a:p>
                  </a:txBody>
                  <a:tcPr marL="68580" marR="68580" marT="0" marB="0">
                    <a:lnL>
                      <a:noFill/>
                    </a:lnL>
                    <a:lnR>
                      <a:noFill/>
                    </a:lnR>
                    <a:lnT>
                      <a:noFill/>
                    </a:lnT>
                    <a:lnB>
                      <a:noFill/>
                    </a:lnB>
                    <a:noFill/>
                  </a:tcPr>
                </a:tc>
                <a:extLst>
                  <a:ext uri="{0D108BD9-81ED-4DB2-BD59-A6C34878D82A}">
                    <a16:rowId xmlns:a16="http://schemas.microsoft.com/office/drawing/2014/main" val="1439679660"/>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extLst>
                  <a:ext uri="{0D108BD9-81ED-4DB2-BD59-A6C34878D82A}">
                    <a16:rowId xmlns:a16="http://schemas.microsoft.com/office/drawing/2014/main" val="3547177175"/>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Treatment-boosted ADA</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2001726348"/>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Neutralizing antibody positive (NAb+), n</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a:t>
                      </a:r>
                    </a:p>
                  </a:txBody>
                  <a:tcPr marL="68580" marR="68580" marT="0" marB="0">
                    <a:lnL>
                      <a:noFill/>
                    </a:lnL>
                    <a:lnR>
                      <a:noFill/>
                    </a:lnR>
                    <a:lnT>
                      <a:noFill/>
                    </a:lnT>
                    <a:lnB>
                      <a:noFill/>
                    </a:lnB>
                    <a:noFill/>
                  </a:tcPr>
                </a:tc>
                <a:extLst>
                  <a:ext uri="{0D108BD9-81ED-4DB2-BD59-A6C34878D82A}">
                    <a16:rowId xmlns:a16="http://schemas.microsoft.com/office/drawing/2014/main" val="559313811"/>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a:noFill/>
                    </a:lnB>
                    <a:noFill/>
                  </a:tcPr>
                </a:tc>
                <a:extLst>
                  <a:ext uri="{0D108BD9-81ED-4DB2-BD59-A6C34878D82A}">
                    <a16:rowId xmlns:a16="http://schemas.microsoft.com/office/drawing/2014/main" val="3476270056"/>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Treatment-unaffected ADA</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68580" marR="68580" marT="0" marB="0">
                    <a:lnL>
                      <a:noFill/>
                    </a:lnL>
                    <a:lnR>
                      <a:noFill/>
                    </a:lnR>
                    <a:lnT>
                      <a:noFill/>
                    </a:lnT>
                    <a:lnB>
                      <a:noFill/>
                    </a:lnB>
                    <a:noFill/>
                  </a:tcPr>
                </a:tc>
                <a:extLst>
                  <a:ext uri="{0D108BD9-81ED-4DB2-BD59-A6C34878D82A}">
                    <a16:rowId xmlns:a16="http://schemas.microsoft.com/office/drawing/2014/main" val="401864635"/>
                  </a:ext>
                </a:extLst>
              </a:tr>
              <a:tr h="9365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Neutralizing antibody positive (NAb+), n</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7832254"/>
                  </a:ext>
                </a:extLst>
              </a:tr>
              <a:tr h="415593">
                <a:tc gridSpan="4">
                  <a:txBody>
                    <a:bodyPr/>
                    <a:lstStyle/>
                    <a:p>
                      <a:pPr marL="0" marR="0">
                        <a:buNone/>
                      </a:pPr>
                      <a:r>
                        <a:rPr lang="en-US" sz="900" kern="100">
                          <a:effectLst/>
                          <a:latin typeface="Arial" panose="020B0604020202020204" pitchFamily="34" charset="0"/>
                          <a:ea typeface="Times New Roman" panose="02020603050405020304" pitchFamily="18" charset="0"/>
                          <a:cs typeface="Times New Roman" panose="02020603050405020304" pitchFamily="18" charset="0"/>
                        </a:rPr>
                        <a:t>The percentages are based on the number of IAS participants in the trial arm, N.</a:t>
                      </a:r>
                    </a:p>
                    <a:p>
                      <a:pPr marL="0" marR="0">
                        <a:buNone/>
                      </a:pPr>
                      <a:r>
                        <a:rPr lang="en-US" sz="900" kern="100">
                          <a:effectLst/>
                          <a:latin typeface="Arial" panose="020B0604020202020204" pitchFamily="34" charset="0"/>
                          <a:ea typeface="Times New Roman" panose="02020603050405020304" pitchFamily="18" charset="0"/>
                          <a:cs typeface="Times New Roman" panose="02020603050405020304" pitchFamily="18" charset="0"/>
                        </a:rPr>
                        <a:t>ADA = anti-drug antibody; Nab = neutralizing antibody.</a:t>
                      </a: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prstDash val="solid"/>
                    </a:lnL>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776637884"/>
                  </a:ext>
                </a:extLst>
              </a:tr>
            </a:tbl>
          </a:graphicData>
        </a:graphic>
      </p:graphicFrame>
      <p:graphicFrame>
        <p:nvGraphicFramePr>
          <p:cNvPr id="8" name="Table Placeholder 6">
            <a:extLst>
              <a:ext uri="{FF2B5EF4-FFF2-40B4-BE49-F238E27FC236}">
                <a16:creationId xmlns:a16="http://schemas.microsoft.com/office/drawing/2014/main" id="{78CBD826-67AC-D7AD-5161-27D7350E6780}"/>
              </a:ext>
            </a:extLst>
          </p:cNvPr>
          <p:cNvGraphicFramePr>
            <a:graphicFrameLocks/>
          </p:cNvGraphicFramePr>
          <p:nvPr>
            <p:extLst>
              <p:ext uri="{D42A27DB-BD31-4B8C-83A1-F6EECF244321}">
                <p14:modId xmlns:p14="http://schemas.microsoft.com/office/powerpoint/2010/main" val="2416033945"/>
              </p:ext>
            </p:extLst>
          </p:nvPr>
        </p:nvGraphicFramePr>
        <p:xfrm>
          <a:off x="6182766" y="1303645"/>
          <a:ext cx="5577840" cy="3819885"/>
        </p:xfrm>
        <a:graphic>
          <a:graphicData uri="http://schemas.openxmlformats.org/drawingml/2006/table">
            <a:tbl>
              <a:tblPr firstRow="1" firstCol="1" bandRow="1"/>
              <a:tblGrid>
                <a:gridCol w="2560320">
                  <a:extLst>
                    <a:ext uri="{9D8B030D-6E8A-4147-A177-3AD203B41FA5}">
                      <a16:colId xmlns:a16="http://schemas.microsoft.com/office/drawing/2014/main" val="617694084"/>
                    </a:ext>
                  </a:extLst>
                </a:gridCol>
                <a:gridCol w="1005840">
                  <a:extLst>
                    <a:ext uri="{9D8B030D-6E8A-4147-A177-3AD203B41FA5}">
                      <a16:colId xmlns:a16="http://schemas.microsoft.com/office/drawing/2014/main" val="1356060046"/>
                    </a:ext>
                  </a:extLst>
                </a:gridCol>
                <a:gridCol w="1005840">
                  <a:extLst>
                    <a:ext uri="{9D8B030D-6E8A-4147-A177-3AD203B41FA5}">
                      <a16:colId xmlns:a16="http://schemas.microsoft.com/office/drawing/2014/main" val="604995321"/>
                    </a:ext>
                  </a:extLst>
                </a:gridCol>
                <a:gridCol w="1005840">
                  <a:extLst>
                    <a:ext uri="{9D8B030D-6E8A-4147-A177-3AD203B41FA5}">
                      <a16:colId xmlns:a16="http://schemas.microsoft.com/office/drawing/2014/main" val="3969662692"/>
                    </a:ext>
                  </a:extLst>
                </a:gridCol>
              </a:tblGrid>
              <a:tr h="405492">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kern="100" noProof="0">
                          <a:solidFill>
                            <a:srgbClr val="000000"/>
                          </a:solidFill>
                          <a:effectLst/>
                          <a:highlight>
                            <a:srgbClr val="FFFFFF"/>
                          </a:highlight>
                          <a:latin typeface="+mn-lt"/>
                        </a:rPr>
                        <a:t>(optional, for compound with moderate to high ADA rate)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kern="100" noProof="0">
                        <a:solidFill>
                          <a:schemeClr val="tx1"/>
                        </a:solidFill>
                        <a:effectLst/>
                        <a:latin typeface="Calibri"/>
                        <a:ea typeface="Calibri"/>
                        <a:cs typeface="Times New Roman"/>
                      </a:endParaRPr>
                    </a:p>
                    <a:p>
                      <a:pPr lvl="0" algn="ctr">
                        <a:lnSpc>
                          <a:spcPct val="100000"/>
                        </a:lnSpc>
                        <a:spcBef>
                          <a:spcPts val="0"/>
                        </a:spcBef>
                        <a:spcAft>
                          <a:spcPts val="0"/>
                        </a:spcAft>
                        <a:buNone/>
                      </a:pPr>
                      <a:r>
                        <a:rPr lang="en-US" sz="1000" b="1" kern="100" noProof="0">
                          <a:solidFill>
                            <a:schemeClr val="tx1"/>
                          </a:solidFill>
                          <a:effectLst/>
                          <a:latin typeface="Calibri"/>
                          <a:ea typeface="Calibri"/>
                          <a:cs typeface="Times New Roman"/>
                        </a:rPr>
                        <a:t>Table</a:t>
                      </a:r>
                      <a:endParaRPr lang="en-US" sz="1000"/>
                    </a:p>
                    <a:p>
                      <a:pPr lvl="0" algn="ctr">
                        <a:lnSpc>
                          <a:spcPct val="100000"/>
                        </a:lnSpc>
                        <a:spcBef>
                          <a:spcPts val="0"/>
                        </a:spcBef>
                        <a:spcAft>
                          <a:spcPts val="0"/>
                        </a:spcAft>
                        <a:buNone/>
                      </a:pPr>
                      <a:r>
                        <a:rPr lang="en-US" sz="1000" b="1" kern="100" noProof="0">
                          <a:solidFill>
                            <a:schemeClr val="tx1"/>
                          </a:solidFill>
                          <a:effectLst/>
                          <a:latin typeface="Calibri"/>
                          <a:ea typeface="Calibri"/>
                          <a:cs typeface="Times New Roman"/>
                        </a:rPr>
                        <a:t>Summary of ADA Titer and ADA Dynamics</a:t>
                      </a:r>
                    </a:p>
                    <a:p>
                      <a:pPr lvl="0" algn="ctr">
                        <a:lnSpc>
                          <a:spcPct val="100000"/>
                        </a:lnSpc>
                        <a:spcBef>
                          <a:spcPts val="0"/>
                        </a:spcBef>
                        <a:spcAft>
                          <a:spcPts val="0"/>
                        </a:spcAft>
                        <a:buNone/>
                      </a:pPr>
                      <a:r>
                        <a:rPr lang="en-US" sz="800" b="0" i="0" u="none" strike="noStrike" kern="100" noProof="0">
                          <a:solidFill>
                            <a:srgbClr val="000000"/>
                          </a:solidFill>
                          <a:effectLst/>
                          <a:highlight>
                            <a:srgbClr val="FFFFFF"/>
                          </a:highlight>
                          <a:latin typeface="+mn-lt"/>
                        </a:rPr>
                        <a:t>Immunogenicity Analysis Set</a:t>
                      </a:r>
                      <a:endParaRPr lang="en-US" sz="1000" b="1" i="0" u="none" strike="noStrike" kern="100" noProof="0">
                        <a:solidFill>
                          <a:srgbClr val="000000"/>
                        </a:solidFill>
                        <a:effectLst/>
                        <a:highlight>
                          <a:srgbClr val="FFFFFF"/>
                        </a:highlight>
                        <a:latin typeface="Arial" panose="020B0604020202020204" pitchFamily="34" charset="0"/>
                        <a:cs typeface="Times New Roman" panose="02020603050405020304" pitchFamily="18" charset="0"/>
                      </a:endParaRPr>
                    </a:p>
                    <a:p>
                      <a:pPr lvl="0" algn="ctr">
                        <a:lnSpc>
                          <a:spcPct val="100000"/>
                        </a:lnSpc>
                        <a:spcBef>
                          <a:spcPts val="0"/>
                        </a:spcBef>
                        <a:spcAft>
                          <a:spcPts val="0"/>
                        </a:spcAft>
                        <a:buNone/>
                      </a:pPr>
                      <a:endParaRPr lang="en-US" sz="800" b="0" i="0" u="none" strike="noStrike" kern="100" noProof="0">
                        <a:solidFill>
                          <a:srgbClr val="000000"/>
                        </a:solidFill>
                        <a:effectLst/>
                        <a:highlight>
                          <a:srgbClr val="FFFFFF"/>
                        </a:highlight>
                        <a:latin typeface="+mn-lt"/>
                      </a:endParaRPr>
                    </a:p>
                  </a:txBody>
                  <a:tcPr marL="68580" marR="68580" marT="0" marB="0" anchor="b">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pPr marL="0" marR="0" algn="ctr">
                        <a:spcBef>
                          <a:spcPts val="300"/>
                        </a:spcBef>
                        <a:spcAft>
                          <a:spcPts val="300"/>
                        </a:spcAft>
                        <a:buNone/>
                      </a:pP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pPr marL="0" marR="0" algn="ctr">
                        <a:spcBef>
                          <a:spcPts val="300"/>
                        </a:spcBef>
                        <a:spcAft>
                          <a:spcPts val="300"/>
                        </a:spcAft>
                        <a:buNone/>
                      </a:pP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pPr marL="0" marR="0" algn="ctr">
                        <a:spcBef>
                          <a:spcPts val="300"/>
                        </a:spcBef>
                        <a:spcAft>
                          <a:spcPts val="300"/>
                        </a:spcAft>
                        <a:buNone/>
                      </a:pP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48999602"/>
                  </a:ext>
                </a:extLst>
              </a:tr>
              <a:tr h="405492">
                <a:tc>
                  <a:txBody>
                    <a:bodyPr/>
                    <a:lstStyle/>
                    <a:p>
                      <a:pPr marL="0" marR="0" algn="l">
                        <a:spcBef>
                          <a:spcPts val="300"/>
                        </a:spcBef>
                        <a:spcAft>
                          <a:spcPts val="300"/>
                        </a:spcAft>
                        <a:buNone/>
                      </a:pP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Immunogenicity Response, n (%)</a:t>
                      </a: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marL="0" marR="0" algn="ctr">
                        <a:spcBef>
                          <a:spcPts val="300"/>
                        </a:spcBef>
                        <a:spcAft>
                          <a:spcPts val="300"/>
                        </a:spcAft>
                        <a:buNone/>
                      </a:pP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Dose Level 1</a:t>
                      </a:r>
                      <a:b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 xxx</a:t>
                      </a: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marL="0" marR="0" algn="ctr">
                        <a:spcBef>
                          <a:spcPts val="300"/>
                        </a:spcBef>
                        <a:spcAft>
                          <a:spcPts val="300"/>
                        </a:spcAft>
                        <a:buNone/>
                      </a:pP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Dose Level 2</a:t>
                      </a:r>
                      <a:b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 xxx </a:t>
                      </a: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marL="0" marR="0" algn="ctr">
                        <a:spcBef>
                          <a:spcPts val="300"/>
                        </a:spcBef>
                        <a:spcAft>
                          <a:spcPts val="300"/>
                        </a:spcAft>
                        <a:buNone/>
                      </a:pP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Total</a:t>
                      </a:r>
                      <a:b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10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 xxx</a:t>
                      </a:r>
                      <a:endParaRPr lang="en-US" sz="10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345528908"/>
                  </a:ext>
                </a:extLst>
              </a:tr>
              <a:tr h="121648">
                <a:tc>
                  <a:txBody>
                    <a:bodyPr/>
                    <a:lstStyle/>
                    <a:p>
                      <a:pPr marL="0" marR="0">
                        <a:lnSpc>
                          <a:spcPct val="107000"/>
                        </a:lnSpc>
                        <a:spcAft>
                          <a:spcPts val="800"/>
                        </a:spcAft>
                      </a:pPr>
                      <a:r>
                        <a:rPr lang="en-US" sz="900" kern="100">
                          <a:solidFill>
                            <a:schemeClr val="tx2"/>
                          </a:solidFill>
                          <a:effectLst/>
                          <a:latin typeface="+mn-lt"/>
                          <a:ea typeface="Calibri" panose="020F0502020204030204" pitchFamily="34" charset="0"/>
                          <a:cs typeface="Times New Roman" panose="02020603050405020304" pitchFamily="18" charset="0"/>
                        </a:rPr>
                        <a:t>Highest ADA titer of each participant with positive ADA any time</a:t>
                      </a: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a:lnSpc>
                          <a:spcPct val="107000"/>
                        </a:lnSpc>
                        <a:spcAft>
                          <a:spcPts val="800"/>
                        </a:spcAft>
                      </a:pPr>
                      <a:r>
                        <a:rPr lang="en-US" sz="900" kern="100">
                          <a:solidFill>
                            <a:schemeClr val="tx2"/>
                          </a:solidFill>
                          <a:effectLst/>
                          <a:latin typeface="+mn-lt"/>
                          <a:ea typeface="Calibri"/>
                          <a:cs typeface="Times New Roman"/>
                        </a:rPr>
                        <a:t>Median (range)</a:t>
                      </a:r>
                      <a:br>
                        <a:rPr lang="en-US" sz="900" kern="100">
                          <a:solidFill>
                            <a:schemeClr val="tx2"/>
                          </a:solidFill>
                          <a:effectLst/>
                          <a:latin typeface="+mn-lt"/>
                          <a:ea typeface="Calibri"/>
                          <a:cs typeface="Times New Roman"/>
                        </a:rPr>
                      </a:br>
                      <a:r>
                        <a:rPr lang="en-US" sz="900" kern="100">
                          <a:solidFill>
                            <a:schemeClr val="tx2"/>
                          </a:solidFill>
                          <a:effectLst/>
                          <a:latin typeface="+mn-lt"/>
                          <a:ea typeface="Calibri"/>
                          <a:cs typeface="Times New Roman"/>
                        </a:rPr>
                        <a:t>n=xxx</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a:lnSpc>
                          <a:spcPct val="107000"/>
                        </a:lnSpc>
                        <a:spcAft>
                          <a:spcPts val="800"/>
                        </a:spcAft>
                      </a:pPr>
                      <a:r>
                        <a:rPr lang="en-US" sz="900" kern="100">
                          <a:solidFill>
                            <a:schemeClr val="tx2"/>
                          </a:solidFill>
                          <a:effectLst/>
                          <a:latin typeface="+mn-lt"/>
                          <a:ea typeface="Calibri"/>
                          <a:cs typeface="Times New Roman"/>
                        </a:rPr>
                        <a:t>Median (range)</a:t>
                      </a:r>
                      <a:br>
                        <a:rPr lang="en-US" sz="900" kern="100">
                          <a:solidFill>
                            <a:schemeClr val="tx2"/>
                          </a:solidFill>
                          <a:effectLst/>
                          <a:latin typeface="+mn-lt"/>
                          <a:ea typeface="Calibri"/>
                          <a:cs typeface="Times New Roman"/>
                        </a:rPr>
                      </a:br>
                      <a:r>
                        <a:rPr lang="en-US" sz="900" kern="100">
                          <a:solidFill>
                            <a:schemeClr val="tx2"/>
                          </a:solidFill>
                          <a:effectLst/>
                          <a:latin typeface="+mn-lt"/>
                          <a:ea typeface="Calibri"/>
                          <a:cs typeface="Times New Roman"/>
                        </a:rPr>
                        <a:t>n=xxx</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a:lnSpc>
                          <a:spcPct val="107000"/>
                        </a:lnSpc>
                        <a:spcAft>
                          <a:spcPts val="800"/>
                        </a:spcAft>
                      </a:pPr>
                      <a:r>
                        <a:rPr lang="en-US" sz="900" kern="100">
                          <a:solidFill>
                            <a:schemeClr val="tx2"/>
                          </a:solidFill>
                          <a:effectLst/>
                          <a:latin typeface="+mn-lt"/>
                          <a:ea typeface="Calibri"/>
                          <a:cs typeface="Times New Roman"/>
                        </a:rPr>
                        <a:t>Median (range)</a:t>
                      </a:r>
                      <a:br>
                        <a:rPr lang="en-US" sz="900" kern="100">
                          <a:solidFill>
                            <a:schemeClr val="tx2"/>
                          </a:solidFill>
                          <a:effectLst/>
                          <a:latin typeface="+mn-lt"/>
                          <a:ea typeface="Calibri"/>
                          <a:cs typeface="Times New Roman"/>
                        </a:rPr>
                      </a:br>
                      <a:r>
                        <a:rPr lang="en-US" sz="900" kern="100">
                          <a:solidFill>
                            <a:schemeClr val="tx2"/>
                          </a:solidFill>
                          <a:effectLst/>
                          <a:latin typeface="+mn-lt"/>
                          <a:ea typeface="Calibri"/>
                          <a:cs typeface="Times New Roman"/>
                        </a:rPr>
                        <a:t>n=xxx</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362501223"/>
                  </a:ext>
                </a:extLst>
              </a:tr>
              <a:tr h="121648">
                <a:tc>
                  <a:txBody>
                    <a:bodyPr/>
                    <a:lstStyle/>
                    <a:p>
                      <a:pPr marL="0" marR="0">
                        <a:lnSpc>
                          <a:spcPct val="107000"/>
                        </a:lnSpc>
                        <a:spcAft>
                          <a:spcPts val="800"/>
                        </a:spcAft>
                      </a:pPr>
                      <a:r>
                        <a:rPr lang="en-US" sz="900" kern="100">
                          <a:solidFill>
                            <a:schemeClr val="tx2"/>
                          </a:solidFill>
                          <a:effectLst/>
                          <a:latin typeface="+mn-lt"/>
                          <a:ea typeface="Calibri" panose="020F0502020204030204" pitchFamily="34" charset="0"/>
                          <a:cs typeface="Times New Roman" panose="02020603050405020304" pitchFamily="18" charset="0"/>
                        </a:rPr>
                        <a:t>Highest ADA titer of each participant with treatment-emergent ADA</a:t>
                      </a:r>
                    </a:p>
                  </a:txBody>
                  <a:tcPr marL="68580" marR="68580" marT="0" marB="0">
                    <a:lnL>
                      <a:noFill/>
                    </a:lnL>
                    <a:lnR>
                      <a:noFill/>
                    </a:lnR>
                    <a:lnT>
                      <a:noFill/>
                    </a:lnT>
                    <a:lnB>
                      <a:noFill/>
                    </a:lnB>
                    <a:noFill/>
                  </a:tcPr>
                </a:tc>
                <a:tc>
                  <a:txBody>
                    <a:bodyPr/>
                    <a:lstStyle/>
                    <a:p>
                      <a:pPr marL="0" marR="0" algn="ctr">
                        <a:lnSpc>
                          <a:spcPct val="107000"/>
                        </a:lnSpc>
                        <a:spcAft>
                          <a:spcPts val="800"/>
                        </a:spcAft>
                      </a:pPr>
                      <a:r>
                        <a:rPr lang="en-US" sz="900" kern="100">
                          <a:solidFill>
                            <a:schemeClr val="tx2"/>
                          </a:solidFill>
                          <a:effectLst/>
                          <a:latin typeface="+mn-lt"/>
                          <a:ea typeface="Calibri"/>
                          <a:cs typeface="Times New Roman"/>
                        </a:rPr>
                        <a:t>Median (range)</a:t>
                      </a:r>
                      <a:br>
                        <a:rPr lang="en-US" sz="900" kern="100">
                          <a:solidFill>
                            <a:schemeClr val="tx2"/>
                          </a:solidFill>
                          <a:effectLst/>
                          <a:latin typeface="+mn-lt"/>
                          <a:ea typeface="Calibri"/>
                          <a:cs typeface="Times New Roman"/>
                        </a:rPr>
                      </a:br>
                      <a:r>
                        <a:rPr lang="en-US" sz="900" kern="100">
                          <a:solidFill>
                            <a:schemeClr val="tx2"/>
                          </a:solidFill>
                          <a:effectLst/>
                          <a:latin typeface="+mn-lt"/>
                          <a:ea typeface="Calibri"/>
                          <a:cs typeface="Times New Roman"/>
                        </a:rPr>
                        <a:t>n=xxx</a:t>
                      </a:r>
                    </a:p>
                  </a:txBody>
                  <a:tcPr marL="68580" marR="68580" marT="0" marB="0" anchor="ctr">
                    <a:lnL>
                      <a:noFill/>
                    </a:lnL>
                    <a:lnR>
                      <a:noFill/>
                    </a:lnR>
                    <a:lnT>
                      <a:noFill/>
                    </a:lnT>
                    <a:lnB>
                      <a:noFill/>
                    </a:lnB>
                    <a:noFill/>
                  </a:tcPr>
                </a:tc>
                <a:tc>
                  <a:txBody>
                    <a:bodyPr/>
                    <a:lstStyle/>
                    <a:p>
                      <a:pPr marL="0" marR="0" algn="ctr">
                        <a:lnSpc>
                          <a:spcPct val="107000"/>
                        </a:lnSpc>
                        <a:spcAft>
                          <a:spcPts val="800"/>
                        </a:spcAft>
                      </a:pPr>
                      <a:r>
                        <a:rPr lang="en-US" sz="900" kern="100">
                          <a:solidFill>
                            <a:schemeClr val="tx2"/>
                          </a:solidFill>
                          <a:effectLst/>
                          <a:latin typeface="+mn-lt"/>
                          <a:ea typeface="Calibri"/>
                          <a:cs typeface="Times New Roman"/>
                        </a:rPr>
                        <a:t>Median (range)</a:t>
                      </a:r>
                      <a:br>
                        <a:rPr lang="en-US" sz="900" kern="100">
                          <a:solidFill>
                            <a:schemeClr val="tx2"/>
                          </a:solidFill>
                          <a:effectLst/>
                          <a:latin typeface="+mn-lt"/>
                          <a:ea typeface="Calibri"/>
                          <a:cs typeface="Times New Roman"/>
                        </a:rPr>
                      </a:br>
                      <a:r>
                        <a:rPr lang="en-US" sz="900" kern="100">
                          <a:solidFill>
                            <a:schemeClr val="tx2"/>
                          </a:solidFill>
                          <a:effectLst/>
                          <a:latin typeface="+mn-lt"/>
                          <a:ea typeface="Calibri"/>
                          <a:cs typeface="Times New Roman"/>
                        </a:rPr>
                        <a:t>n=xxx</a:t>
                      </a:r>
                    </a:p>
                  </a:txBody>
                  <a:tcPr marL="68580" marR="68580" marT="0" marB="0" anchor="ctr">
                    <a:lnL>
                      <a:noFill/>
                    </a:lnL>
                    <a:lnR>
                      <a:noFill/>
                    </a:lnR>
                    <a:lnT>
                      <a:noFill/>
                    </a:lnT>
                    <a:lnB>
                      <a:noFill/>
                    </a:lnB>
                    <a:noFill/>
                  </a:tcPr>
                </a:tc>
                <a:tc>
                  <a:txBody>
                    <a:bodyPr/>
                    <a:lstStyle/>
                    <a:p>
                      <a:pPr marL="0" marR="0" algn="ctr">
                        <a:lnSpc>
                          <a:spcPct val="107000"/>
                        </a:lnSpc>
                        <a:spcAft>
                          <a:spcPts val="800"/>
                        </a:spcAft>
                      </a:pPr>
                      <a:r>
                        <a:rPr lang="en-US" sz="900" kern="100">
                          <a:solidFill>
                            <a:schemeClr val="tx2"/>
                          </a:solidFill>
                          <a:effectLst/>
                          <a:latin typeface="+mn-lt"/>
                          <a:ea typeface="Calibri"/>
                          <a:cs typeface="Times New Roman"/>
                        </a:rPr>
                        <a:t>Median (range)</a:t>
                      </a:r>
                      <a:br>
                        <a:rPr lang="en-US" sz="900" kern="100">
                          <a:solidFill>
                            <a:schemeClr val="tx2"/>
                          </a:solidFill>
                          <a:effectLst/>
                          <a:latin typeface="+mn-lt"/>
                          <a:ea typeface="Calibri"/>
                          <a:cs typeface="Times New Roman"/>
                        </a:rPr>
                      </a:br>
                      <a:r>
                        <a:rPr lang="en-US" sz="900" kern="100">
                          <a:solidFill>
                            <a:schemeClr val="tx2"/>
                          </a:solidFill>
                          <a:effectLst/>
                          <a:latin typeface="+mn-lt"/>
                          <a:ea typeface="Calibri"/>
                          <a:cs typeface="Times New Roman"/>
                        </a:rPr>
                        <a:t>n=xxx</a:t>
                      </a:r>
                    </a:p>
                  </a:txBody>
                  <a:tcPr marL="68580" marR="68580" marT="0" marB="0" anchor="ctr">
                    <a:lnL>
                      <a:noFill/>
                    </a:lnL>
                    <a:lnR>
                      <a:noFill/>
                    </a:lnR>
                    <a:lnT>
                      <a:noFill/>
                    </a:lnT>
                    <a:lnB>
                      <a:noFill/>
                    </a:lnB>
                    <a:noFill/>
                  </a:tcPr>
                </a:tc>
                <a:extLst>
                  <a:ext uri="{0D108BD9-81ED-4DB2-BD59-A6C34878D82A}">
                    <a16:rowId xmlns:a16="http://schemas.microsoft.com/office/drawing/2014/main" val="1958169250"/>
                  </a:ext>
                </a:extLst>
              </a:tr>
              <a:tr h="121648">
                <a:tc>
                  <a:txBody>
                    <a:bodyPr/>
                    <a:lstStyle/>
                    <a:p>
                      <a:pPr marL="0" marR="0">
                        <a:lnSpc>
                          <a:spcPct val="107000"/>
                        </a:lnSpc>
                        <a:spcAft>
                          <a:spcPts val="800"/>
                        </a:spcAft>
                      </a:pPr>
                      <a:endParaRPr lang="en-US" sz="900" kern="100">
                        <a:solidFill>
                          <a:schemeClr val="tx2"/>
                        </a:solidFill>
                        <a:effectLst/>
                        <a:latin typeface="+mn-lt"/>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marL="0" marR="0" algn="ctr">
                        <a:lnSpc>
                          <a:spcPct val="107000"/>
                        </a:lnSpc>
                        <a:spcAft>
                          <a:spcPts val="800"/>
                        </a:spcAft>
                      </a:pPr>
                      <a:endParaRPr lang="en-US" sz="900" kern="100">
                        <a:solidFill>
                          <a:schemeClr val="tx2"/>
                        </a:solidFill>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tc>
                  <a:txBody>
                    <a:bodyPr/>
                    <a:lstStyle/>
                    <a:p>
                      <a:pPr marL="0" marR="0" algn="ctr">
                        <a:lnSpc>
                          <a:spcPct val="107000"/>
                        </a:lnSpc>
                        <a:spcAft>
                          <a:spcPts val="800"/>
                        </a:spcAft>
                      </a:pPr>
                      <a:endParaRPr lang="en-US" sz="900" kern="100">
                        <a:solidFill>
                          <a:schemeClr val="tx2"/>
                        </a:solidFill>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tc>
                  <a:txBody>
                    <a:bodyPr/>
                    <a:lstStyle/>
                    <a:p>
                      <a:pPr marL="0" marR="0" algn="ctr">
                        <a:lnSpc>
                          <a:spcPct val="107000"/>
                        </a:lnSpc>
                        <a:spcAft>
                          <a:spcPts val="800"/>
                        </a:spcAft>
                      </a:pPr>
                      <a:endParaRPr lang="en-US" sz="900" kern="100">
                        <a:solidFill>
                          <a:schemeClr val="tx2"/>
                        </a:solidFill>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4004658068"/>
                  </a:ext>
                </a:extLst>
              </a:tr>
              <a:tr h="121648">
                <a:tc>
                  <a:txBody>
                    <a:bodyPr/>
                    <a:lstStyle/>
                    <a:p>
                      <a:pPr marL="0" marR="0">
                        <a:lnSpc>
                          <a:spcPct val="107000"/>
                        </a:lnSpc>
                        <a:spcAft>
                          <a:spcPts val="800"/>
                        </a:spcAft>
                      </a:pPr>
                      <a:r>
                        <a:rPr lang="en-US" sz="900" kern="100">
                          <a:solidFill>
                            <a:schemeClr val="tx2"/>
                          </a:solidFill>
                          <a:effectLst/>
                          <a:latin typeface="+mn-lt"/>
                          <a:ea typeface="Calibri"/>
                          <a:cs typeface="Times New Roman"/>
                        </a:rPr>
                        <a:t>Time of ADA onset, </a:t>
                      </a:r>
                      <a:r>
                        <a:rPr lang="en-US" sz="900" kern="100">
                          <a:solidFill>
                            <a:schemeClr val="tx2"/>
                          </a:solidFill>
                          <a:effectLst/>
                          <a:latin typeface="+mn-lt"/>
                          <a:ea typeface="Calibri" panose="020F0502020204030204" pitchFamily="34" charset="0"/>
                          <a:cs typeface="Times New Roman" panose="02020603050405020304" pitchFamily="18" charset="0"/>
                        </a:rPr>
                        <a:t>participant with treatment-induced ADA</a:t>
                      </a:r>
                      <a:endParaRPr lang="en-US" sz="900" kern="100">
                        <a:solidFill>
                          <a:schemeClr val="tx2"/>
                        </a:solidFill>
                        <a:effectLst/>
                        <a:latin typeface="+mn-lt"/>
                        <a:ea typeface="Calibri"/>
                        <a:cs typeface="Times New Roman"/>
                      </a:endParaRPr>
                    </a:p>
                  </a:txBody>
                  <a:tcPr marL="68580" marR="68580" marT="0" marB="0">
                    <a:lnL>
                      <a:noFill/>
                    </a:lnL>
                    <a:lnR>
                      <a:noFill/>
                    </a:lnR>
                    <a:lnT>
                      <a:noFill/>
                    </a:lnT>
                    <a:lnB>
                      <a:noFill/>
                    </a:lnB>
                    <a:noFill/>
                  </a:tcPr>
                </a:tc>
                <a:tc>
                  <a:txBody>
                    <a:bodyPr/>
                    <a:lstStyle/>
                    <a:p>
                      <a:pPr marL="0" marR="0" algn="ctr">
                        <a:lnSpc>
                          <a:spcPct val="107000"/>
                        </a:lnSpc>
                        <a:spcAft>
                          <a:spcPts val="800"/>
                        </a:spcAft>
                      </a:pPr>
                      <a:r>
                        <a:rPr lang="en-US" sz="900" kern="100">
                          <a:solidFill>
                            <a:schemeClr val="tx2"/>
                          </a:solidFill>
                          <a:effectLst/>
                          <a:latin typeface="+mn-lt"/>
                          <a:ea typeface="Calibri"/>
                          <a:cs typeface="Times New Roman"/>
                        </a:rPr>
                        <a:t>Median (range)</a:t>
                      </a:r>
                      <a:br>
                        <a:rPr lang="en-US" sz="900" kern="100">
                          <a:solidFill>
                            <a:schemeClr val="tx2"/>
                          </a:solidFill>
                          <a:effectLst/>
                          <a:latin typeface="+mn-lt"/>
                          <a:ea typeface="Calibri"/>
                          <a:cs typeface="Times New Roman"/>
                        </a:rPr>
                      </a:br>
                      <a:r>
                        <a:rPr lang="en-US" sz="900" kern="100">
                          <a:solidFill>
                            <a:schemeClr val="tx2"/>
                          </a:solidFill>
                          <a:effectLst/>
                          <a:latin typeface="+mn-lt"/>
                          <a:ea typeface="Calibri"/>
                          <a:cs typeface="Times New Roman"/>
                        </a:rPr>
                        <a:t>n=xxx</a:t>
                      </a:r>
                    </a:p>
                  </a:txBody>
                  <a:tcPr marL="68580" marR="68580" marT="0" marB="0" anchor="ctr">
                    <a:lnL>
                      <a:noFill/>
                    </a:lnL>
                    <a:lnR>
                      <a:noFill/>
                    </a:lnR>
                    <a:lnT>
                      <a:noFill/>
                    </a:lnT>
                    <a:lnB>
                      <a:noFill/>
                    </a:lnB>
                    <a:noFill/>
                  </a:tcPr>
                </a:tc>
                <a:tc>
                  <a:txBody>
                    <a:bodyPr/>
                    <a:lstStyle/>
                    <a:p>
                      <a:pPr marL="0" marR="0" algn="ctr">
                        <a:lnSpc>
                          <a:spcPct val="107000"/>
                        </a:lnSpc>
                        <a:spcAft>
                          <a:spcPts val="800"/>
                        </a:spcAft>
                      </a:pPr>
                      <a:r>
                        <a:rPr lang="en-US" sz="900" kern="100">
                          <a:solidFill>
                            <a:schemeClr val="tx2"/>
                          </a:solidFill>
                          <a:effectLst/>
                          <a:latin typeface="+mn-lt"/>
                          <a:ea typeface="Calibri"/>
                          <a:cs typeface="Times New Roman"/>
                        </a:rPr>
                        <a:t>Median (range)</a:t>
                      </a:r>
                      <a:br>
                        <a:rPr lang="en-US" sz="900" kern="100">
                          <a:solidFill>
                            <a:schemeClr val="tx2"/>
                          </a:solidFill>
                          <a:effectLst/>
                          <a:latin typeface="+mn-lt"/>
                          <a:ea typeface="Calibri"/>
                          <a:cs typeface="Times New Roman"/>
                        </a:rPr>
                      </a:br>
                      <a:r>
                        <a:rPr lang="en-US" sz="900" kern="100">
                          <a:solidFill>
                            <a:schemeClr val="tx2"/>
                          </a:solidFill>
                          <a:effectLst/>
                          <a:latin typeface="+mn-lt"/>
                          <a:ea typeface="Calibri"/>
                          <a:cs typeface="Times New Roman"/>
                        </a:rPr>
                        <a:t>n=xxx</a:t>
                      </a:r>
                    </a:p>
                  </a:txBody>
                  <a:tcPr marL="68580" marR="68580" marT="0" marB="0" anchor="ctr">
                    <a:lnL>
                      <a:noFill/>
                    </a:lnL>
                    <a:lnR>
                      <a:noFill/>
                    </a:lnR>
                    <a:lnT>
                      <a:noFill/>
                    </a:lnT>
                    <a:lnB>
                      <a:noFill/>
                    </a:lnB>
                    <a:noFill/>
                  </a:tcPr>
                </a:tc>
                <a:tc>
                  <a:txBody>
                    <a:bodyPr/>
                    <a:lstStyle/>
                    <a:p>
                      <a:pPr marL="0" marR="0" algn="ctr">
                        <a:lnSpc>
                          <a:spcPct val="107000"/>
                        </a:lnSpc>
                        <a:spcAft>
                          <a:spcPts val="800"/>
                        </a:spcAft>
                      </a:pPr>
                      <a:r>
                        <a:rPr lang="en-US" sz="900" kern="100">
                          <a:solidFill>
                            <a:schemeClr val="tx2"/>
                          </a:solidFill>
                          <a:effectLst/>
                          <a:latin typeface="+mn-lt"/>
                          <a:ea typeface="Calibri"/>
                          <a:cs typeface="Times New Roman"/>
                        </a:rPr>
                        <a:t>Median (range)</a:t>
                      </a:r>
                      <a:br>
                        <a:rPr lang="en-US" sz="900" kern="100">
                          <a:solidFill>
                            <a:schemeClr val="tx2"/>
                          </a:solidFill>
                          <a:effectLst/>
                          <a:latin typeface="+mn-lt"/>
                          <a:ea typeface="Calibri"/>
                          <a:cs typeface="Times New Roman"/>
                        </a:rPr>
                      </a:br>
                      <a:r>
                        <a:rPr lang="en-US" sz="900" kern="100">
                          <a:solidFill>
                            <a:schemeClr val="tx2"/>
                          </a:solidFill>
                          <a:effectLst/>
                          <a:latin typeface="+mn-lt"/>
                          <a:ea typeface="Calibri"/>
                          <a:cs typeface="Times New Roman"/>
                        </a:rPr>
                        <a:t>n=xxx</a:t>
                      </a:r>
                    </a:p>
                  </a:txBody>
                  <a:tcPr marL="68580" marR="68580" marT="0" marB="0" anchor="ctr">
                    <a:lnL>
                      <a:noFill/>
                    </a:lnL>
                    <a:lnR>
                      <a:noFill/>
                    </a:lnR>
                    <a:lnT>
                      <a:noFill/>
                    </a:lnT>
                    <a:lnB>
                      <a:noFill/>
                    </a:lnB>
                    <a:noFill/>
                  </a:tcPr>
                </a:tc>
                <a:extLst>
                  <a:ext uri="{0D108BD9-81ED-4DB2-BD59-A6C34878D82A}">
                    <a16:rowId xmlns:a16="http://schemas.microsoft.com/office/drawing/2014/main" val="2954340498"/>
                  </a:ext>
                </a:extLst>
              </a:tr>
              <a:tr h="91440">
                <a:tc>
                  <a:txBody>
                    <a:bodyPr/>
                    <a:lstStyle/>
                    <a:p>
                      <a:pPr marL="0" marR="0">
                        <a:lnSpc>
                          <a:spcPct val="107000"/>
                        </a:lnSpc>
                        <a:spcAft>
                          <a:spcPts val="800"/>
                        </a:spcAft>
                      </a:pPr>
                      <a:endParaRPr lang="en-US" sz="900" kern="100">
                        <a:solidFill>
                          <a:schemeClr val="tx2"/>
                        </a:solidFill>
                        <a:effectLst/>
                        <a:latin typeface="+mn-lt"/>
                        <a:ea typeface="Calibri"/>
                        <a:cs typeface="Times New Roman"/>
                      </a:endParaRPr>
                    </a:p>
                  </a:txBody>
                  <a:tcPr marL="68580" marR="68580" marT="0" marB="0">
                    <a:lnL>
                      <a:noFill/>
                    </a:lnL>
                    <a:lnR>
                      <a:noFill/>
                    </a:lnR>
                    <a:lnT>
                      <a:noFill/>
                    </a:lnT>
                    <a:lnB>
                      <a:noFill/>
                    </a:lnB>
                    <a:noFill/>
                  </a:tcPr>
                </a:tc>
                <a:tc>
                  <a:txBody>
                    <a:bodyPr/>
                    <a:lstStyle/>
                    <a:p>
                      <a:pPr marL="0" marR="0" algn="ctr">
                        <a:lnSpc>
                          <a:spcPct val="107000"/>
                        </a:lnSpc>
                        <a:spcAft>
                          <a:spcPts val="800"/>
                        </a:spcAft>
                      </a:pPr>
                      <a:endParaRPr lang="en-US" sz="900" kern="100">
                        <a:solidFill>
                          <a:schemeClr val="tx2"/>
                        </a:solidFill>
                        <a:effectLst/>
                        <a:latin typeface="+mn-lt"/>
                        <a:ea typeface="Calibri"/>
                        <a:cs typeface="Times New Roman"/>
                      </a:endParaRPr>
                    </a:p>
                  </a:txBody>
                  <a:tcPr marL="68580" marR="68580" marT="0" marB="0" anchor="ctr">
                    <a:lnL>
                      <a:noFill/>
                    </a:lnL>
                    <a:lnR>
                      <a:noFill/>
                    </a:lnR>
                    <a:lnT>
                      <a:noFill/>
                    </a:lnT>
                    <a:lnB>
                      <a:noFill/>
                    </a:lnB>
                    <a:noFill/>
                  </a:tcPr>
                </a:tc>
                <a:tc>
                  <a:txBody>
                    <a:bodyPr/>
                    <a:lstStyle/>
                    <a:p>
                      <a:pPr marL="0" marR="0" algn="ctr">
                        <a:lnSpc>
                          <a:spcPct val="107000"/>
                        </a:lnSpc>
                        <a:spcAft>
                          <a:spcPts val="800"/>
                        </a:spcAft>
                      </a:pPr>
                      <a:endParaRPr lang="en-US" sz="900" kern="100">
                        <a:solidFill>
                          <a:schemeClr val="tx2"/>
                        </a:solidFill>
                        <a:effectLst/>
                        <a:latin typeface="+mn-lt"/>
                        <a:ea typeface="Calibri"/>
                        <a:cs typeface="Times New Roman"/>
                      </a:endParaRPr>
                    </a:p>
                  </a:txBody>
                  <a:tcPr marL="68580" marR="68580" marT="0" marB="0" anchor="ctr">
                    <a:lnL>
                      <a:noFill/>
                    </a:lnL>
                    <a:lnR>
                      <a:noFill/>
                    </a:lnR>
                    <a:lnT>
                      <a:noFill/>
                    </a:lnT>
                    <a:lnB>
                      <a:noFill/>
                    </a:lnB>
                    <a:noFill/>
                  </a:tcPr>
                </a:tc>
                <a:tc>
                  <a:txBody>
                    <a:bodyPr/>
                    <a:lstStyle/>
                    <a:p>
                      <a:pPr marL="0" marR="0" algn="ctr">
                        <a:lnSpc>
                          <a:spcPct val="107000"/>
                        </a:lnSpc>
                        <a:spcAft>
                          <a:spcPts val="800"/>
                        </a:spcAft>
                      </a:pPr>
                      <a:endParaRPr lang="en-US" sz="900" kern="100">
                        <a:solidFill>
                          <a:schemeClr val="tx2"/>
                        </a:solidFill>
                        <a:effectLst/>
                        <a:latin typeface="+mn-lt"/>
                        <a:ea typeface="Calibri"/>
                        <a:cs typeface="Times New Roman"/>
                      </a:endParaRPr>
                    </a:p>
                  </a:txBody>
                  <a:tcPr marL="68580" marR="68580" marT="0" marB="0" anchor="ctr">
                    <a:lnL>
                      <a:noFill/>
                    </a:lnL>
                    <a:lnR>
                      <a:noFill/>
                    </a:lnR>
                    <a:lnT>
                      <a:noFill/>
                    </a:lnT>
                    <a:lnB>
                      <a:noFill/>
                    </a:lnB>
                    <a:noFill/>
                  </a:tcPr>
                </a:tc>
                <a:extLst>
                  <a:ext uri="{0D108BD9-81ED-4DB2-BD59-A6C34878D82A}">
                    <a16:rowId xmlns:a16="http://schemas.microsoft.com/office/drawing/2014/main" val="1561870579"/>
                  </a:ext>
                </a:extLst>
              </a:tr>
              <a:tr h="121648">
                <a:tc>
                  <a:txBody>
                    <a:bodyPr/>
                    <a:lstStyle/>
                    <a:p>
                      <a:pPr marL="0" marR="0" algn="l" defTabSz="914400" rtl="0" eaLnBrk="1" latinLnBrk="0" hangingPunct="1">
                        <a:lnSpc>
                          <a:spcPct val="107000"/>
                        </a:lnSpc>
                        <a:spcAft>
                          <a:spcPts val="800"/>
                        </a:spcAft>
                      </a:pPr>
                      <a:r>
                        <a:rPr lang="en-US" sz="900" kern="100">
                          <a:solidFill>
                            <a:schemeClr val="tx2"/>
                          </a:solidFill>
                          <a:effectLst/>
                          <a:latin typeface="+mn-lt"/>
                          <a:ea typeface="Calibri"/>
                          <a:cs typeface="Times New Roman"/>
                        </a:rPr>
                        <a:t>ADA duration, </a:t>
                      </a:r>
                      <a:r>
                        <a:rPr lang="en-US" sz="900" kern="100">
                          <a:solidFill>
                            <a:schemeClr val="tx2"/>
                          </a:solidFill>
                          <a:effectLst/>
                          <a:latin typeface="+mn-lt"/>
                          <a:ea typeface="Calibri" panose="020F0502020204030204" pitchFamily="34" charset="0"/>
                          <a:cs typeface="Times New Roman" panose="02020603050405020304" pitchFamily="18" charset="0"/>
                        </a:rPr>
                        <a:t>participant with treatment-induced ADA*</a:t>
                      </a:r>
                      <a:endParaRPr lang="en-US" sz="900" kern="100">
                        <a:solidFill>
                          <a:schemeClr val="tx2"/>
                        </a:solidFill>
                        <a:effectLst/>
                        <a:latin typeface="+mn-lt"/>
                        <a:ea typeface="Calibri"/>
                        <a:cs typeface="Times New Roman"/>
                      </a:endParaRPr>
                    </a:p>
                  </a:txBody>
                  <a:tcPr marL="68580" marR="68580" marT="0" marB="0">
                    <a:lnL>
                      <a:noFill/>
                    </a:lnL>
                    <a:lnR>
                      <a:noFill/>
                    </a:lnR>
                    <a:lnT>
                      <a:noFill/>
                    </a:lnT>
                    <a:lnB>
                      <a:noFill/>
                    </a:lnB>
                    <a:noFill/>
                  </a:tcPr>
                </a:tc>
                <a:tc>
                  <a:txBody>
                    <a:bodyPr/>
                    <a:lstStyle/>
                    <a:p>
                      <a:pPr marL="0" marR="0" algn="ctr" defTabSz="914400" rtl="0" eaLnBrk="1" fontAlgn="b" latinLnBrk="0" hangingPunct="1">
                        <a:lnSpc>
                          <a:spcPct val="107000"/>
                        </a:lnSpc>
                        <a:spcAft>
                          <a:spcPts val="800"/>
                        </a:spcAft>
                      </a:pPr>
                      <a:r>
                        <a:rPr lang="en-US" sz="900" kern="100">
                          <a:solidFill>
                            <a:schemeClr val="tx2"/>
                          </a:solidFill>
                          <a:effectLst/>
                          <a:latin typeface="+mn-lt"/>
                          <a:cs typeface="Times New Roman"/>
                        </a:rPr>
                        <a:t>  Median (95% CI)</a:t>
                      </a:r>
                      <a:br>
                        <a:rPr lang="en-US" sz="900" kern="100">
                          <a:solidFill>
                            <a:schemeClr val="tx2"/>
                          </a:solidFill>
                          <a:effectLst/>
                          <a:latin typeface="+mn-lt"/>
                          <a:cs typeface="Times New Roman"/>
                        </a:rPr>
                      </a:br>
                      <a:r>
                        <a:rPr lang="en-US" sz="900" kern="100">
                          <a:solidFill>
                            <a:schemeClr val="tx2"/>
                          </a:solidFill>
                          <a:effectLst/>
                          <a:latin typeface="+mn-lt"/>
                          <a:ea typeface="Calibri"/>
                          <a:cs typeface="Times New Roman"/>
                        </a:rPr>
                        <a:t>n=xxx</a:t>
                      </a:r>
                      <a:endParaRPr lang="en-US" sz="900" kern="100">
                        <a:solidFill>
                          <a:schemeClr val="tx2"/>
                        </a:solidFill>
                        <a:effectLst/>
                        <a:latin typeface="+mn-lt"/>
                        <a:cs typeface="Times New Roman"/>
                      </a:endParaRPr>
                    </a:p>
                  </a:txBody>
                  <a:tcPr marL="9525" marR="9525" marT="9525" anchor="ctr">
                    <a:lnL>
                      <a:noFill/>
                    </a:lnL>
                    <a:lnR>
                      <a:noFill/>
                    </a:lnR>
                    <a:lnT>
                      <a:noFill/>
                    </a:lnT>
                    <a:lnB>
                      <a:noFill/>
                    </a:lnB>
                    <a:noFill/>
                  </a:tcPr>
                </a:tc>
                <a:tc>
                  <a:txBody>
                    <a:bodyPr/>
                    <a:lstStyle/>
                    <a:p>
                      <a:pPr marL="0" marR="0" algn="ctr" defTabSz="914400" rtl="0" eaLnBrk="1" fontAlgn="b" latinLnBrk="0" hangingPunct="1">
                        <a:lnSpc>
                          <a:spcPct val="107000"/>
                        </a:lnSpc>
                        <a:spcAft>
                          <a:spcPts val="800"/>
                        </a:spcAft>
                      </a:pPr>
                      <a:r>
                        <a:rPr lang="en-US" sz="900" kern="100">
                          <a:solidFill>
                            <a:schemeClr val="tx2"/>
                          </a:solidFill>
                          <a:effectLst/>
                          <a:latin typeface="+mn-lt"/>
                          <a:cs typeface="Times New Roman"/>
                        </a:rPr>
                        <a:t>  Median (95% CI)</a:t>
                      </a:r>
                      <a:br>
                        <a:rPr lang="en-US" sz="900" kern="100">
                          <a:solidFill>
                            <a:schemeClr val="tx2"/>
                          </a:solidFill>
                          <a:effectLst/>
                          <a:latin typeface="+mn-lt"/>
                          <a:cs typeface="Times New Roman"/>
                        </a:rPr>
                      </a:br>
                      <a:r>
                        <a:rPr lang="en-US" sz="900" kern="100">
                          <a:solidFill>
                            <a:schemeClr val="tx2"/>
                          </a:solidFill>
                          <a:effectLst/>
                          <a:latin typeface="+mn-lt"/>
                          <a:ea typeface="Calibri"/>
                          <a:cs typeface="Times New Roman"/>
                        </a:rPr>
                        <a:t>n=xxx</a:t>
                      </a:r>
                      <a:endParaRPr lang="en-US" sz="900" kern="100">
                        <a:solidFill>
                          <a:schemeClr val="tx2"/>
                        </a:solidFill>
                        <a:effectLst/>
                        <a:latin typeface="+mn-lt"/>
                        <a:cs typeface="Times New Roman"/>
                      </a:endParaRPr>
                    </a:p>
                  </a:txBody>
                  <a:tcPr marL="9525" marR="9525" marT="9525" anchor="ctr">
                    <a:lnL>
                      <a:noFill/>
                    </a:lnL>
                    <a:lnR>
                      <a:noFill/>
                    </a:lnR>
                    <a:lnT>
                      <a:noFill/>
                    </a:lnT>
                    <a:lnB>
                      <a:noFill/>
                    </a:lnB>
                    <a:noFill/>
                  </a:tcPr>
                </a:tc>
                <a:tc>
                  <a:txBody>
                    <a:bodyPr/>
                    <a:lstStyle/>
                    <a:p>
                      <a:pPr marL="0" marR="0" algn="ctr" defTabSz="914400" rtl="0" eaLnBrk="1" fontAlgn="b" latinLnBrk="0" hangingPunct="1">
                        <a:lnSpc>
                          <a:spcPct val="107000"/>
                        </a:lnSpc>
                        <a:spcAft>
                          <a:spcPts val="800"/>
                        </a:spcAft>
                      </a:pPr>
                      <a:r>
                        <a:rPr lang="en-US" sz="900" kern="100">
                          <a:solidFill>
                            <a:schemeClr val="tx2"/>
                          </a:solidFill>
                          <a:effectLst/>
                          <a:latin typeface="+mn-lt"/>
                          <a:cs typeface="Times New Roman"/>
                        </a:rPr>
                        <a:t>  Median (95% CI)</a:t>
                      </a:r>
                      <a:br>
                        <a:rPr lang="en-US" sz="900" kern="100">
                          <a:solidFill>
                            <a:schemeClr val="tx2"/>
                          </a:solidFill>
                          <a:effectLst/>
                          <a:latin typeface="+mn-lt"/>
                          <a:cs typeface="Times New Roman"/>
                        </a:rPr>
                      </a:br>
                      <a:r>
                        <a:rPr lang="en-US" sz="900" kern="100">
                          <a:solidFill>
                            <a:schemeClr val="tx2"/>
                          </a:solidFill>
                          <a:effectLst/>
                          <a:latin typeface="+mn-lt"/>
                          <a:ea typeface="Calibri"/>
                          <a:cs typeface="Times New Roman"/>
                        </a:rPr>
                        <a:t>n=xxx</a:t>
                      </a:r>
                      <a:endParaRPr lang="en-US" sz="900" kern="100">
                        <a:solidFill>
                          <a:schemeClr val="tx2"/>
                        </a:solidFill>
                        <a:effectLst/>
                        <a:latin typeface="+mn-lt"/>
                        <a:cs typeface="Times New Roman"/>
                      </a:endParaRPr>
                    </a:p>
                  </a:txBody>
                  <a:tcPr marL="9525" marR="9525" marT="9525" anchor="ctr">
                    <a:lnL>
                      <a:noFill/>
                    </a:lnL>
                    <a:lnR>
                      <a:noFill/>
                    </a:lnR>
                    <a:lnT>
                      <a:noFill/>
                    </a:lnT>
                    <a:lnB>
                      <a:noFill/>
                    </a:lnB>
                    <a:noFill/>
                  </a:tcPr>
                </a:tc>
                <a:extLst>
                  <a:ext uri="{0D108BD9-81ED-4DB2-BD59-A6C34878D82A}">
                    <a16:rowId xmlns:a16="http://schemas.microsoft.com/office/drawing/2014/main" val="2294388423"/>
                  </a:ext>
                </a:extLst>
              </a:tr>
              <a:tr h="121648">
                <a:tc>
                  <a:txBody>
                    <a:bodyPr/>
                    <a:lstStyle/>
                    <a:p>
                      <a:pPr marL="0" marR="0" algn="l" defTabSz="914400" rtl="0" eaLnBrk="1" latinLnBrk="0" hangingPunct="1">
                        <a:lnSpc>
                          <a:spcPct val="107000"/>
                        </a:lnSpc>
                        <a:spcAft>
                          <a:spcPts val="800"/>
                        </a:spcAft>
                      </a:pPr>
                      <a:endParaRPr lang="en-US" sz="900" kern="100">
                        <a:solidFill>
                          <a:schemeClr val="tx2"/>
                        </a:solidFill>
                        <a:effectLst/>
                        <a:latin typeface="+mn-lt"/>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marL="0" marR="0" algn="ctr" defTabSz="914400" rtl="0" eaLnBrk="1" fontAlgn="b" latinLnBrk="0" hangingPunct="1">
                        <a:lnSpc>
                          <a:spcPct val="107000"/>
                        </a:lnSpc>
                        <a:spcAft>
                          <a:spcPts val="800"/>
                        </a:spcAft>
                      </a:pPr>
                      <a:r>
                        <a:rPr lang="en-US" sz="900" kern="100">
                          <a:solidFill>
                            <a:schemeClr val="tx2"/>
                          </a:solidFill>
                          <a:effectLst/>
                          <a:latin typeface="+mn-lt"/>
                          <a:cs typeface="Times New Roman"/>
                        </a:rPr>
                        <a:t>  Q1, Q3</a:t>
                      </a:r>
                    </a:p>
                  </a:txBody>
                  <a:tcPr marL="9525" marR="9525" marT="9525" anchor="ctr">
                    <a:lnL>
                      <a:noFill/>
                    </a:lnL>
                    <a:lnR>
                      <a:noFill/>
                    </a:lnR>
                    <a:lnT>
                      <a:noFill/>
                    </a:lnT>
                    <a:lnB>
                      <a:noFill/>
                    </a:lnB>
                    <a:noFill/>
                  </a:tcPr>
                </a:tc>
                <a:tc>
                  <a:txBody>
                    <a:bodyPr/>
                    <a:lstStyle/>
                    <a:p>
                      <a:pPr marL="0" marR="0" algn="ctr" defTabSz="914400" rtl="0" eaLnBrk="1" fontAlgn="b" latinLnBrk="0" hangingPunct="1">
                        <a:lnSpc>
                          <a:spcPct val="107000"/>
                        </a:lnSpc>
                        <a:spcAft>
                          <a:spcPts val="800"/>
                        </a:spcAft>
                      </a:pPr>
                      <a:r>
                        <a:rPr lang="en-US" sz="900" kern="100">
                          <a:solidFill>
                            <a:schemeClr val="tx2"/>
                          </a:solidFill>
                          <a:effectLst/>
                          <a:latin typeface="+mn-lt"/>
                          <a:cs typeface="Times New Roman"/>
                        </a:rPr>
                        <a:t>  Q1, Q3</a:t>
                      </a:r>
                    </a:p>
                  </a:txBody>
                  <a:tcPr marL="9525" marR="9525" marT="9525" anchor="ctr">
                    <a:lnL>
                      <a:noFill/>
                    </a:lnL>
                    <a:lnR>
                      <a:noFill/>
                    </a:lnR>
                    <a:lnT>
                      <a:noFill/>
                    </a:lnT>
                    <a:lnB>
                      <a:noFill/>
                    </a:lnB>
                    <a:noFill/>
                  </a:tcPr>
                </a:tc>
                <a:tc>
                  <a:txBody>
                    <a:bodyPr/>
                    <a:lstStyle/>
                    <a:p>
                      <a:pPr marL="0" marR="0" algn="ctr" defTabSz="914400" rtl="0" eaLnBrk="1" fontAlgn="b" latinLnBrk="0" hangingPunct="1">
                        <a:lnSpc>
                          <a:spcPct val="107000"/>
                        </a:lnSpc>
                        <a:spcAft>
                          <a:spcPts val="800"/>
                        </a:spcAft>
                      </a:pPr>
                      <a:r>
                        <a:rPr lang="en-US" sz="900" kern="100">
                          <a:solidFill>
                            <a:schemeClr val="tx2"/>
                          </a:solidFill>
                          <a:effectLst/>
                          <a:latin typeface="+mn-lt"/>
                          <a:cs typeface="Times New Roman"/>
                        </a:rPr>
                        <a:t>  Q1, Q3</a:t>
                      </a:r>
                    </a:p>
                  </a:txBody>
                  <a:tcPr marL="9525" marR="9525" marT="9525" anchor="ctr">
                    <a:lnL>
                      <a:noFill/>
                    </a:lnL>
                    <a:lnR>
                      <a:noFill/>
                    </a:lnR>
                    <a:lnT>
                      <a:noFill/>
                    </a:lnT>
                    <a:lnB>
                      <a:noFill/>
                    </a:lnB>
                    <a:noFill/>
                  </a:tcPr>
                </a:tc>
                <a:extLst>
                  <a:ext uri="{0D108BD9-81ED-4DB2-BD59-A6C34878D82A}">
                    <a16:rowId xmlns:a16="http://schemas.microsoft.com/office/drawing/2014/main" val="65904707"/>
                  </a:ext>
                </a:extLst>
              </a:tr>
              <a:tr h="121648">
                <a:tc>
                  <a:txBody>
                    <a:bodyPr/>
                    <a:lstStyle/>
                    <a:p>
                      <a:pPr marL="0" marR="0">
                        <a:lnSpc>
                          <a:spcPct val="107000"/>
                        </a:lnSpc>
                        <a:spcAft>
                          <a:spcPts val="800"/>
                        </a:spcAft>
                      </a:pPr>
                      <a:r>
                        <a:rPr lang="en-US" sz="900" kern="100">
                          <a:solidFill>
                            <a:schemeClr val="tx2"/>
                          </a:solidFill>
                          <a:effectLst/>
                          <a:latin typeface="+mn-lt"/>
                          <a:ea typeface="Calibri" panose="020F0502020204030204" pitchFamily="34" charset="0"/>
                          <a:cs typeface="Times New Roman" panose="02020603050405020304" pitchFamily="18" charset="0"/>
                        </a:rPr>
                        <a:t>ADA Sampling Duration (time from C1D1 to last ADA sample)</a:t>
                      </a: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900" kern="100">
                          <a:solidFill>
                            <a:schemeClr val="tx2"/>
                          </a:solidFill>
                          <a:effectLst/>
                          <a:latin typeface="+mn-lt"/>
                          <a:ea typeface="Calibri"/>
                          <a:cs typeface="Times New Roman"/>
                        </a:rPr>
                        <a:t>Median (range)</a:t>
                      </a:r>
                      <a:br>
                        <a:rPr lang="en-US" sz="900" kern="100">
                          <a:solidFill>
                            <a:schemeClr val="tx2"/>
                          </a:solidFill>
                          <a:effectLst/>
                          <a:latin typeface="+mn-lt"/>
                          <a:ea typeface="Calibri"/>
                          <a:cs typeface="Times New Roman"/>
                        </a:rPr>
                      </a:br>
                      <a:r>
                        <a:rPr lang="en-US" sz="900" kern="100">
                          <a:solidFill>
                            <a:schemeClr val="tx2"/>
                          </a:solidFill>
                          <a:effectLst/>
                          <a:latin typeface="+mn-lt"/>
                          <a:ea typeface="Calibri"/>
                          <a:cs typeface="Times New Roman"/>
                        </a:rPr>
                        <a:t>n=xxx</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900" kern="100">
                          <a:solidFill>
                            <a:schemeClr val="tx2"/>
                          </a:solidFill>
                          <a:effectLst/>
                          <a:latin typeface="+mn-lt"/>
                          <a:ea typeface="Calibri"/>
                          <a:cs typeface="Times New Roman"/>
                        </a:rPr>
                        <a:t>Median (range)</a:t>
                      </a:r>
                      <a:br>
                        <a:rPr lang="en-US" sz="900" kern="100">
                          <a:solidFill>
                            <a:schemeClr val="tx2"/>
                          </a:solidFill>
                          <a:effectLst/>
                          <a:latin typeface="+mn-lt"/>
                          <a:ea typeface="Calibri"/>
                          <a:cs typeface="Times New Roman"/>
                        </a:rPr>
                      </a:br>
                      <a:r>
                        <a:rPr lang="en-US" sz="900" kern="100">
                          <a:solidFill>
                            <a:schemeClr val="tx2"/>
                          </a:solidFill>
                          <a:effectLst/>
                          <a:latin typeface="+mn-lt"/>
                          <a:ea typeface="Calibri"/>
                          <a:cs typeface="Times New Roman"/>
                        </a:rPr>
                        <a:t>n=xxx</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900" kern="100">
                          <a:solidFill>
                            <a:schemeClr val="tx2"/>
                          </a:solidFill>
                          <a:effectLst/>
                          <a:latin typeface="+mn-lt"/>
                          <a:ea typeface="Calibri"/>
                          <a:cs typeface="Times New Roman"/>
                        </a:rPr>
                        <a:t>Median (range)</a:t>
                      </a:r>
                      <a:br>
                        <a:rPr lang="en-US" sz="900" kern="100">
                          <a:solidFill>
                            <a:schemeClr val="tx2"/>
                          </a:solidFill>
                          <a:effectLst/>
                          <a:latin typeface="+mn-lt"/>
                          <a:ea typeface="Calibri"/>
                          <a:cs typeface="Times New Roman"/>
                        </a:rPr>
                      </a:br>
                      <a:r>
                        <a:rPr lang="en-US" sz="900" kern="100">
                          <a:solidFill>
                            <a:schemeClr val="tx2"/>
                          </a:solidFill>
                          <a:effectLst/>
                          <a:latin typeface="+mn-lt"/>
                          <a:ea typeface="Calibri"/>
                          <a:cs typeface="Times New Roman"/>
                        </a:rPr>
                        <a:t>n=xxx</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2887931"/>
                  </a:ext>
                </a:extLst>
              </a:tr>
              <a:tr h="653856">
                <a:tc gridSpan="4">
                  <a:txBody>
                    <a:bodyPr/>
                    <a:lstStyle/>
                    <a:p>
                      <a:pPr marL="0" marR="0">
                        <a:buNone/>
                      </a:pPr>
                      <a:r>
                        <a:rPr lang="en-US" sz="900" kern="100">
                          <a:effectLst/>
                          <a:latin typeface="Arial" panose="020B0604020202020204" pitchFamily="34" charset="0"/>
                          <a:ea typeface="Times New Roman" panose="02020603050405020304" pitchFamily="18" charset="0"/>
                          <a:cs typeface="Times New Roman" panose="02020603050405020304" pitchFamily="18" charset="0"/>
                        </a:rPr>
                        <a:t>*Suggest using KM estimate to summarize ADA duration for oncology compounds due to censoring</a:t>
                      </a:r>
                    </a:p>
                  </a:txBody>
                  <a:tcPr marL="68580" marR="68580" marT="0" marB="0">
                    <a:lnL>
                      <a:noFill/>
                    </a:lnL>
                    <a:lnR>
                      <a:noFill/>
                    </a:lnR>
                    <a:lnT w="12700" cap="flat" cmpd="sng" algn="ctr">
                      <a:solidFill>
                        <a:schemeClr val="tx1"/>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prstDash val="solid"/>
                    </a:lnL>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776637884"/>
                  </a:ext>
                </a:extLst>
              </a:tr>
            </a:tbl>
          </a:graphicData>
        </a:graphic>
      </p:graphicFrame>
    </p:spTree>
    <p:extLst>
      <p:ext uri="{BB962C8B-B14F-4D97-AF65-F5344CB8AC3E}">
        <p14:creationId xmlns:p14="http://schemas.microsoft.com/office/powerpoint/2010/main" val="3648109412"/>
      </p:ext>
    </p:extLst>
  </p:cSld>
  <p:clrMapOvr>
    <a:masterClrMapping/>
  </p:clrMapOvr>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B7793-B53E-3F1F-EE0F-7C5E79148EA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C91B8C9-AB73-16CE-A2DE-925F18056FFE}"/>
              </a:ext>
            </a:extLst>
          </p:cNvPr>
          <p:cNvSpPr>
            <a:spLocks noGrp="1"/>
          </p:cNvSpPr>
          <p:nvPr>
            <p:ph type="title"/>
          </p:nvPr>
        </p:nvSpPr>
        <p:spPr/>
        <p:txBody>
          <a:bodyPr/>
          <a:lstStyle/>
          <a:p>
            <a:r>
              <a:rPr lang="en-US"/>
              <a:t>Summary Table of Analysis Sets</a:t>
            </a:r>
          </a:p>
        </p:txBody>
      </p:sp>
      <p:graphicFrame>
        <p:nvGraphicFramePr>
          <p:cNvPr id="13" name="Table Placeholder 12">
            <a:extLst>
              <a:ext uri="{FF2B5EF4-FFF2-40B4-BE49-F238E27FC236}">
                <a16:creationId xmlns:a16="http://schemas.microsoft.com/office/drawing/2014/main" id="{781099A5-5310-3184-7F9F-16622CD47501}"/>
              </a:ext>
            </a:extLst>
          </p:cNvPr>
          <p:cNvGraphicFramePr>
            <a:graphicFrameLocks noGrp="1"/>
          </p:cNvGraphicFramePr>
          <p:nvPr>
            <p:ph type="tbl" sz="quarter" idx="17"/>
            <p:extLst>
              <p:ext uri="{D42A27DB-BD31-4B8C-83A1-F6EECF244321}">
                <p14:modId xmlns:p14="http://schemas.microsoft.com/office/powerpoint/2010/main" val="2879787517"/>
              </p:ext>
            </p:extLst>
          </p:nvPr>
        </p:nvGraphicFramePr>
        <p:xfrm>
          <a:off x="1030941" y="1493520"/>
          <a:ext cx="10130117" cy="5364480"/>
        </p:xfrm>
        <a:graphic>
          <a:graphicData uri="http://schemas.openxmlformats.org/drawingml/2006/table">
            <a:tbl>
              <a:tblPr firstRow="1" firstCol="1" bandRow="1"/>
              <a:tblGrid>
                <a:gridCol w="5556282">
                  <a:extLst>
                    <a:ext uri="{9D8B030D-6E8A-4147-A177-3AD203B41FA5}">
                      <a16:colId xmlns:a16="http://schemas.microsoft.com/office/drawing/2014/main" val="3691099674"/>
                    </a:ext>
                  </a:extLst>
                </a:gridCol>
                <a:gridCol w="891749">
                  <a:extLst>
                    <a:ext uri="{9D8B030D-6E8A-4147-A177-3AD203B41FA5}">
                      <a16:colId xmlns:a16="http://schemas.microsoft.com/office/drawing/2014/main" val="3332865159"/>
                    </a:ext>
                  </a:extLst>
                </a:gridCol>
                <a:gridCol w="946626">
                  <a:extLst>
                    <a:ext uri="{9D8B030D-6E8A-4147-A177-3AD203B41FA5}">
                      <a16:colId xmlns:a16="http://schemas.microsoft.com/office/drawing/2014/main" val="229526815"/>
                    </a:ext>
                  </a:extLst>
                </a:gridCol>
                <a:gridCol w="874982">
                  <a:extLst>
                    <a:ext uri="{9D8B030D-6E8A-4147-A177-3AD203B41FA5}">
                      <a16:colId xmlns:a16="http://schemas.microsoft.com/office/drawing/2014/main" val="2303612138"/>
                    </a:ext>
                  </a:extLst>
                </a:gridCol>
                <a:gridCol w="929857">
                  <a:extLst>
                    <a:ext uri="{9D8B030D-6E8A-4147-A177-3AD203B41FA5}">
                      <a16:colId xmlns:a16="http://schemas.microsoft.com/office/drawing/2014/main" val="2502566210"/>
                    </a:ext>
                  </a:extLst>
                </a:gridCol>
                <a:gridCol w="930621">
                  <a:extLst>
                    <a:ext uri="{9D8B030D-6E8A-4147-A177-3AD203B41FA5}">
                      <a16:colId xmlns:a16="http://schemas.microsoft.com/office/drawing/2014/main" val="1685072680"/>
                    </a:ext>
                  </a:extLst>
                </a:gridCol>
              </a:tblGrid>
              <a:tr h="330499">
                <a:tc>
                  <a:txBody>
                    <a:bodyPr/>
                    <a:lstStyle/>
                    <a:p>
                      <a:pPr marL="0" marR="0" algn="l">
                        <a:spcBef>
                          <a:spcPts val="300"/>
                        </a:spcBef>
                        <a:spcAft>
                          <a:spcPts val="300"/>
                        </a:spcAft>
                        <a:buNone/>
                      </a:pPr>
                      <a:r>
                        <a:rPr lang="en-US" sz="1000" b="1" kern="100">
                          <a:effectLst/>
                          <a:latin typeface="Arial" panose="020B0604020202020204" pitchFamily="34" charset="0"/>
                          <a:ea typeface="Times New Roman" panose="02020603050405020304" pitchFamily="18" charset="0"/>
                          <a:cs typeface="Times New Roman" panose="02020603050405020304" pitchFamily="18" charset="0"/>
                        </a:rPr>
                        <a:t> </a:t>
                      </a:r>
                    </a:p>
                  </a:txBody>
                  <a:tcPr marL="39745" marR="39745"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marL="0" marR="0" algn="ctr">
                        <a:spcBef>
                          <a:spcPts val="300"/>
                        </a:spcBef>
                        <a:spcAft>
                          <a:spcPts val="300"/>
                        </a:spcAft>
                        <a:buNone/>
                      </a:pP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Group 1</a:t>
                      </a:r>
                      <a:b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 xxx</a:t>
                      </a:r>
                      <a:b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a:t>
                      </a:r>
                      <a:endParaRPr lang="en-US" sz="9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39745" marR="39745"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marL="0" marR="0" algn="ctr">
                        <a:spcBef>
                          <a:spcPts val="300"/>
                        </a:spcBef>
                        <a:spcAft>
                          <a:spcPts val="300"/>
                        </a:spcAft>
                        <a:buNone/>
                      </a:pP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Group 2</a:t>
                      </a:r>
                      <a:b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 xxx</a:t>
                      </a:r>
                      <a:b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a:t>
                      </a:r>
                      <a:endParaRPr lang="en-US" sz="9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39745" marR="39745"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marL="0" marR="0" algn="ctr">
                        <a:spcBef>
                          <a:spcPts val="300"/>
                        </a:spcBef>
                        <a:spcAft>
                          <a:spcPts val="300"/>
                        </a:spcAft>
                        <a:buNone/>
                      </a:pP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Etc.</a:t>
                      </a:r>
                      <a:endParaRPr lang="en-US" sz="9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39745" marR="39745"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marL="0" marR="0" algn="ctr">
                        <a:spcBef>
                          <a:spcPts val="300"/>
                        </a:spcBef>
                        <a:spcAft>
                          <a:spcPts val="300"/>
                        </a:spcAft>
                        <a:buNone/>
                      </a:pP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Group n</a:t>
                      </a:r>
                      <a:b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900" b="1" kern="10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a:t>
                      </a: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 xxx</a:t>
                      </a:r>
                      <a:b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a:t>
                      </a:r>
                      <a:endParaRPr lang="en-US" sz="9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39745" marR="39745"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marL="0" marR="0" algn="ctr">
                        <a:spcBef>
                          <a:spcPts val="300"/>
                        </a:spcBef>
                        <a:spcAft>
                          <a:spcPts val="300"/>
                        </a:spcAft>
                        <a:buNone/>
                      </a:pP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Total</a:t>
                      </a:r>
                      <a:b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 xxx</a:t>
                      </a:r>
                      <a:b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900" b="1"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 (%)</a:t>
                      </a:r>
                      <a:endParaRPr lang="en-US" sz="900" b="1" kern="100">
                        <a:effectLst/>
                        <a:latin typeface="Arial" panose="020B0604020202020204" pitchFamily="34" charset="0"/>
                        <a:ea typeface="Times New Roman" panose="02020603050405020304" pitchFamily="18" charset="0"/>
                        <a:cs typeface="Times New Roman" panose="02020603050405020304" pitchFamily="18" charset="0"/>
                      </a:endParaRPr>
                    </a:p>
                  </a:txBody>
                  <a:tcPr marL="39745" marR="39745"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426053991"/>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Included in the full analysis set</a:t>
                      </a:r>
                    </a:p>
                  </a:txBody>
                  <a:tcPr marL="39745" marR="39745"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105713346"/>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Excluded from the full analysis set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1560930728"/>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Reason(s) for exclusion</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extLst>
                  <a:ext uri="{0D108BD9-81ED-4DB2-BD59-A6C34878D82A}">
                    <a16:rowId xmlns:a16="http://schemas.microsoft.com/office/drawing/2014/main" val="637576378"/>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Did not receive treatment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419913310"/>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Included in the response evaluable set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3006176233"/>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Excluded from the response evaluable set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2558802985"/>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Reason(s) for exclusion</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extLst>
                  <a:ext uri="{0D108BD9-81ED-4DB2-BD59-A6C34878D82A}">
                    <a16:rowId xmlns:a16="http://schemas.microsoft.com/office/drawing/2014/main" val="4193702555"/>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Did not receive treatment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4022513197"/>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Did not have any post-baseline evaluable response assessment and still on trial treatment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708002627"/>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Included in the DLT evaluation set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3505144852"/>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Excluded from the DLT evaluation set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2307851100"/>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Reason(s) for exclusion</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extLst>
                  <a:ext uri="{0D108BD9-81ED-4DB2-BD59-A6C34878D82A}">
                    <a16:rowId xmlns:a16="http://schemas.microsoft.com/office/drawing/2014/main" val="1038005662"/>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Did not receive treatment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3139995731"/>
                  </a:ext>
                </a:extLst>
              </a:tr>
              <a:tr h="22033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Did not experience DLT and did not receive at least 85% of the intended dose of both IMPs at the first dose</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1574639472"/>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Did not experience DLT and did not complete the DLT evaluation period following the first dose</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3197533862"/>
                  </a:ext>
                </a:extLst>
              </a:tr>
              <a:tr h="220333">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Did not experience DLT and had a major deviation from the visit schedule and/or laboratory assessments crucial for safety assessment during the DLT evaluation period.</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1115761341"/>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Participants were enrolled as backfill</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3935555716"/>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Included in the Pharmacokinetic (PK) analysis set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2000978439"/>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Excluded from the Pharmacokinetic (PK) analysis set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142846980"/>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Reason(s) for exclusion</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extLst>
                  <a:ext uri="{0D108BD9-81ED-4DB2-BD59-A6C34878D82A}">
                    <a16:rowId xmlns:a16="http://schemas.microsoft.com/office/drawing/2014/main" val="2206044168"/>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Did not receive treatment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3965514351"/>
                  </a:ext>
                </a:extLst>
              </a:tr>
              <a:tr h="110166">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Did not have any measurable blood concentration of [IMPs or related analytes]</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rPr>
                        <a:t>xx (xx.x)</a:t>
                      </a:r>
                    </a:p>
                  </a:txBody>
                  <a:tcPr marL="39745" marR="39745" marT="0" marB="0">
                    <a:lnL>
                      <a:noFill/>
                    </a:lnL>
                    <a:lnR>
                      <a:noFill/>
                    </a:lnR>
                    <a:lnT>
                      <a:noFill/>
                    </a:lnT>
                    <a:lnB>
                      <a:noFill/>
                    </a:lnB>
                    <a:noFill/>
                  </a:tcPr>
                </a:tc>
                <a:extLst>
                  <a:ext uri="{0D108BD9-81ED-4DB2-BD59-A6C34878D82A}">
                    <a16:rowId xmlns:a16="http://schemas.microsoft.com/office/drawing/2014/main" val="4119479377"/>
                  </a:ext>
                </a:extLst>
              </a:tr>
              <a:tr h="110166">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Included in the immunogenicity analysis set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a:t>
                      </a:r>
                      <a:r>
                        <a:rPr lang="en-US" sz="900" kern="100" err="1">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xx.x</a:t>
                      </a: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a:t>
                      </a:r>
                      <a:r>
                        <a:rPr lang="en-US" sz="900" kern="100" err="1">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xx.x</a:t>
                      </a: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a:t>
                      </a:r>
                      <a:r>
                        <a:rPr lang="en-US" sz="900" kern="100" err="1">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xx.x</a:t>
                      </a: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a:t>
                      </a: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a:t>
                      </a:r>
                      <a:r>
                        <a:rPr lang="en-US" sz="900" kern="100" err="1">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xx.x</a:t>
                      </a: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a:t>
                      </a:r>
                    </a:p>
                  </a:txBody>
                  <a:tcPr marL="39745" marR="39745" marT="0" marB="0">
                    <a:lnL>
                      <a:noFill/>
                    </a:lnL>
                    <a:lnR>
                      <a:noFill/>
                    </a:lnR>
                    <a:lnT>
                      <a:noFill/>
                    </a:lnT>
                    <a:lnB>
                      <a:noFill/>
                    </a:lnB>
                    <a:noFill/>
                  </a:tcPr>
                </a:tc>
                <a:extLst>
                  <a:ext uri="{0D108BD9-81ED-4DB2-BD59-A6C34878D82A}">
                    <a16:rowId xmlns:a16="http://schemas.microsoft.com/office/drawing/2014/main" val="1383503659"/>
                  </a:ext>
                </a:extLst>
              </a:tr>
              <a:tr h="110166">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Excluded from the immunogenicity analysis set </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extLst>
                  <a:ext uri="{0D108BD9-81ED-4DB2-BD59-A6C34878D82A}">
                    <a16:rowId xmlns:a16="http://schemas.microsoft.com/office/drawing/2014/main" val="2001342090"/>
                  </a:ext>
                </a:extLst>
              </a:tr>
              <a:tr h="110166">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Reason(s) for exclusion</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extLst>
                  <a:ext uri="{0D108BD9-81ED-4DB2-BD59-A6C34878D82A}">
                    <a16:rowId xmlns:a16="http://schemas.microsoft.com/office/drawing/2014/main" val="2378225319"/>
                  </a:ext>
                </a:extLst>
              </a:tr>
              <a:tr h="110166">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Did not receive treatment</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extLst>
                  <a:ext uri="{0D108BD9-81ED-4DB2-BD59-A6C34878D82A}">
                    <a16:rowId xmlns:a16="http://schemas.microsoft.com/office/drawing/2014/main" val="3081257098"/>
                  </a:ext>
                </a:extLst>
              </a:tr>
              <a:tr h="110166">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Had no valid ADA result at baseline and postbaseline</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a:noFill/>
                    </a:lnB>
                    <a:noFill/>
                  </a:tcPr>
                </a:tc>
                <a:extLst>
                  <a:ext uri="{0D108BD9-81ED-4DB2-BD59-A6C34878D82A}">
                    <a16:rowId xmlns:a16="http://schemas.microsoft.com/office/drawing/2014/main" val="2599840249"/>
                  </a:ext>
                </a:extLst>
              </a:tr>
              <a:tr h="110166">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Had no valid postbaseline ADA result following the first dose of IMP</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 </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76225" marR="0" indent="-285750">
                        <a:buNone/>
                      </a:pPr>
                      <a:r>
                        <a:rPr lang="en-US" sz="900" kern="100">
                          <a:solidFill>
                            <a:srgbClr val="000000"/>
                          </a:solidFill>
                          <a:effectLst/>
                          <a:highlight>
                            <a:srgbClr val="FFFF00"/>
                          </a:highlight>
                          <a:latin typeface="Arial" panose="020B0604020202020204" pitchFamily="34" charset="0"/>
                          <a:ea typeface="Calibri" panose="020F0502020204030204" pitchFamily="34" charset="0"/>
                          <a:cs typeface="Courier New" panose="02070309020205020404" pitchFamily="49" charset="0"/>
                        </a:rPr>
                        <a:t>xx (xx.x)</a:t>
                      </a:r>
                      <a:endParaRPr lang="en-US" sz="900" kern="100">
                        <a:solidFill>
                          <a:srgbClr val="000000"/>
                        </a:solidFill>
                        <a:effectLst/>
                        <a:latin typeface="Arial" panose="020B0604020202020204" pitchFamily="34" charset="0"/>
                        <a:ea typeface="Calibri" panose="020F0502020204030204" pitchFamily="34" charset="0"/>
                        <a:cs typeface="Courier New" panose="02070309020205020404" pitchFamily="49" charset="0"/>
                      </a:endParaRPr>
                    </a:p>
                  </a:txBody>
                  <a:tcPr marL="39745" marR="39745"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2971367"/>
                  </a:ext>
                </a:extLst>
              </a:tr>
              <a:tr h="763253">
                <a:tc gridSpan="6">
                  <a:txBody>
                    <a:bodyPr/>
                    <a:lstStyle/>
                    <a:p>
                      <a:pPr marL="0" marR="0">
                        <a:buNone/>
                      </a:pPr>
                      <a:r>
                        <a:rPr lang="en-US" sz="900" kern="100">
                          <a:effectLst/>
                          <a:latin typeface="Arial" panose="020B0604020202020204" pitchFamily="34" charset="0"/>
                          <a:ea typeface="Times New Roman" panose="02020603050405020304" pitchFamily="18" charset="0"/>
                          <a:cs typeface="Times New Roman" panose="02020603050405020304" pitchFamily="18" charset="0"/>
                        </a:rPr>
                        <a:t>Full analysis set includes </a:t>
                      </a:r>
                      <a:r>
                        <a:rPr lang="en-US" sz="900" kern="100">
                          <a:effectLst/>
                          <a:latin typeface="Arial" panose="020B0604020202020204" pitchFamily="34" charset="0"/>
                          <a:ea typeface="+mn-ea"/>
                          <a:cs typeface="Times New Roman" panose="02020603050405020304" pitchFamily="18" charset="0"/>
                        </a:rPr>
                        <a:t>all trial participants who received (i.e., at least one dose of) IMP.</a:t>
                      </a:r>
                      <a:endParaRPr lang="en-US" sz="900" kern="100">
                        <a:effectLst/>
                        <a:latin typeface="Arial" panose="020B0604020202020204" pitchFamily="34" charset="0"/>
                        <a:ea typeface="Times New Roman" panose="02020603050405020304" pitchFamily="18" charset="0"/>
                        <a:cs typeface="Times New Roman" panose="02020603050405020304" pitchFamily="18" charset="0"/>
                      </a:endParaRPr>
                    </a:p>
                    <a:p>
                      <a:pPr marL="0" marR="0">
                        <a:buNone/>
                      </a:pPr>
                      <a:r>
                        <a:rPr lang="en-US" sz="900" kern="100">
                          <a:effectLst/>
                          <a:latin typeface="Arial" panose="020B0604020202020204" pitchFamily="34" charset="0"/>
                          <a:ea typeface="+mn-ea"/>
                          <a:cs typeface="Times New Roman" panose="02020603050405020304" pitchFamily="18" charset="0"/>
                        </a:rPr>
                        <a:t>PK analysis set includes all trial participants enrolled and who received at least one dose of IMPs, and who had at least one measurable blood concentration of </a:t>
                      </a:r>
                      <a:r>
                        <a:rPr lang="en-US" sz="900" i="1" kern="100">
                          <a:effectLst/>
                          <a:latin typeface="Arial" panose="020B0604020202020204" pitchFamily="34" charset="0"/>
                          <a:ea typeface="+mn-ea"/>
                          <a:cs typeface="Times New Roman" panose="02020603050405020304" pitchFamily="18" charset="0"/>
                        </a:rPr>
                        <a:t>[the IMP or related analytes]</a:t>
                      </a:r>
                      <a:r>
                        <a:rPr lang="en-US" sz="900" kern="100">
                          <a:effectLst/>
                          <a:latin typeface="Arial" panose="020B0604020202020204" pitchFamily="34" charset="0"/>
                          <a:ea typeface="+mn-ea"/>
                          <a:cs typeface="Times New Roman" panose="02020603050405020304" pitchFamily="18" charset="0"/>
                        </a:rPr>
                        <a:t>.</a:t>
                      </a:r>
                      <a:endParaRPr lang="en-US" sz="900" kern="100">
                        <a:effectLst/>
                        <a:latin typeface="Arial" panose="020B0604020202020204" pitchFamily="34" charset="0"/>
                        <a:ea typeface="Times New Roman" panose="02020603050405020304" pitchFamily="18" charset="0"/>
                        <a:cs typeface="Times New Roman" panose="02020603050405020304" pitchFamily="18" charset="0"/>
                      </a:endParaRPr>
                    </a:p>
                    <a:p>
                      <a:pPr marL="0" marR="0">
                        <a:buNone/>
                      </a:pPr>
                      <a:r>
                        <a:rPr lang="en-US" sz="900" kern="100">
                          <a:effectLst/>
                          <a:latin typeface="Arial" panose="020B0604020202020204" pitchFamily="34" charset="0"/>
                          <a:ea typeface="Times New Roman" panose="02020603050405020304" pitchFamily="18" charset="0"/>
                          <a:cs typeface="Times New Roman" panose="02020603050405020304" pitchFamily="18" charset="0"/>
                        </a:rPr>
                        <a:t>Immunogenicity analysis set includes </a:t>
                      </a:r>
                      <a:r>
                        <a:rPr lang="en-US" sz="900" kern="100">
                          <a:effectLst/>
                          <a:latin typeface="Arial" panose="020B0604020202020204" pitchFamily="34" charset="0"/>
                          <a:ea typeface="+mn-ea"/>
                          <a:cs typeface="Times New Roman" panose="02020603050405020304" pitchFamily="18" charset="0"/>
                        </a:rPr>
                        <a:t>all trial participants enrolled and received at least one dose of IMPs, and </a:t>
                      </a:r>
                      <a:r>
                        <a:rPr lang="en-US" sz="1000" kern="100">
                          <a:effectLst/>
                          <a:latin typeface="Times New Roman" panose="02020603050405020304" pitchFamily="18" charset="0"/>
                          <a:ea typeface="Times New Roman" panose="02020603050405020304" pitchFamily="18" charset="0"/>
                          <a:cs typeface="Times New Roman" panose="02020603050405020304" pitchFamily="18" charset="0"/>
                        </a:rPr>
                        <a:t>with</a:t>
                      </a:r>
                      <a:r>
                        <a:rPr lang="en-US" sz="900" kern="100">
                          <a:effectLst/>
                          <a:latin typeface="Arial" panose="020B0604020202020204" pitchFamily="34" charset="0"/>
                          <a:ea typeface="Times New Roman" panose="02020603050405020304" pitchFamily="18" charset="0"/>
                          <a:cs typeface="Times New Roman" panose="02020603050405020304" pitchFamily="18" charset="0"/>
                        </a:rPr>
                        <a:t> at least one valid ADA result post-first dose against IMPs.</a:t>
                      </a:r>
                    </a:p>
                    <a:p>
                      <a:pPr marL="0" marR="0">
                        <a:buNone/>
                      </a:pPr>
                      <a:r>
                        <a:rPr lang="en-US" sz="900" kern="100">
                          <a:effectLst/>
                          <a:latin typeface="Arial" panose="020B0604020202020204" pitchFamily="34" charset="0"/>
                          <a:ea typeface="Times New Roman" panose="02020603050405020304" pitchFamily="18" charset="0"/>
                          <a:cs typeface="Times New Roman" panose="02020603050405020304" pitchFamily="18" charset="0"/>
                        </a:rPr>
                        <a:t>n is the number of participants in each category in the respective trial arms.</a:t>
                      </a:r>
                    </a:p>
                    <a:p>
                      <a:pPr marL="0" marR="0">
                        <a:buNone/>
                      </a:pPr>
                      <a:r>
                        <a:rPr lang="en-US" sz="900" kern="100">
                          <a:effectLst/>
                          <a:latin typeface="Arial" panose="020B0604020202020204" pitchFamily="34" charset="0"/>
                          <a:ea typeface="Times New Roman" panose="02020603050405020304" pitchFamily="18" charset="0"/>
                          <a:cs typeface="Times New Roman" panose="02020603050405020304" pitchFamily="18" charset="0"/>
                        </a:rPr>
                        <a:t>The numbers of participants enrolled in the respective trial arms, N, are used as the denominator for percentages.</a:t>
                      </a:r>
                    </a:p>
                    <a:p>
                      <a:pPr marL="0" marR="0">
                        <a:buNone/>
                      </a:pPr>
                      <a:r>
                        <a:rPr lang="en-US" sz="900" kern="100">
                          <a:effectLst/>
                          <a:latin typeface="Arial" panose="020B0604020202020204" pitchFamily="34" charset="0"/>
                          <a:ea typeface="Times New Roman" panose="02020603050405020304" pitchFamily="18" charset="0"/>
                          <a:cs typeface="Times New Roman" panose="02020603050405020304" pitchFamily="18" charset="0"/>
                        </a:rPr>
                        <a:t>ITT = intent-to-treat; PK= pharmacokinetic.</a:t>
                      </a:r>
                    </a:p>
                  </a:txBody>
                  <a:tcPr marL="39745" marR="39745" marT="0" marB="0">
                    <a:lnL>
                      <a:noFill/>
                    </a:lnL>
                    <a:lnR>
                      <a:noFill/>
                    </a:lnR>
                    <a:lnT w="12700" cap="flat" cmpd="sng" algn="ctr">
                      <a:solidFill>
                        <a:srgbClr val="000000"/>
                      </a:solidFill>
                      <a:prstDash val="solid"/>
                      <a:round/>
                      <a:headEnd type="none" w="med" len="med"/>
                      <a:tailEnd type="none" w="med" len="med"/>
                    </a:lnT>
                    <a:lnB>
                      <a:noFill/>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27770795"/>
                  </a:ext>
                </a:extLst>
              </a:tr>
            </a:tbl>
          </a:graphicData>
        </a:graphic>
      </p:graphicFrame>
      <p:sp>
        <p:nvSpPr>
          <p:cNvPr id="20" name="TextBox 19">
            <a:extLst>
              <a:ext uri="{FF2B5EF4-FFF2-40B4-BE49-F238E27FC236}">
                <a16:creationId xmlns:a16="http://schemas.microsoft.com/office/drawing/2014/main" id="{EF57EE45-EBC3-FF0F-2A44-4BDA5564F6DB}"/>
              </a:ext>
            </a:extLst>
          </p:cNvPr>
          <p:cNvSpPr txBox="1"/>
          <p:nvPr/>
        </p:nvSpPr>
        <p:spPr>
          <a:xfrm>
            <a:off x="3257176" y="962604"/>
            <a:ext cx="6096000" cy="530915"/>
          </a:xfrm>
          <a:prstGeom prst="rect">
            <a:avLst/>
          </a:prstGeom>
          <a:noFill/>
        </p:spPr>
        <p:txBody>
          <a:bodyPr wrap="square">
            <a:spAutoFit/>
          </a:bodyPr>
          <a:lstStyle/>
          <a:p>
            <a:pPr marL="0" marR="0" algn="ctr">
              <a:spcBef>
                <a:spcPts val="1200"/>
              </a:spcBef>
              <a:spcAft>
                <a:spcPts val="600"/>
              </a:spcAft>
              <a:buNone/>
            </a:pPr>
            <a:r>
              <a:rPr lang="en-US" sz="900" b="1">
                <a:solidFill>
                  <a:srgbClr val="000000"/>
                </a:solidFill>
                <a:effectLst/>
                <a:latin typeface="Arial" panose="020B0604020202020204" pitchFamily="34" charset="0"/>
                <a:ea typeface="Times New Roman" panose="02020603050405020304" pitchFamily="18" charset="0"/>
                <a:cs typeface="Courier New" panose="02070309020205020404" pitchFamily="49" charset="0"/>
              </a:rPr>
              <a:t>Table 14.1.1.5a</a:t>
            </a:r>
            <a:br>
              <a:rPr lang="en-US" sz="900" b="1">
                <a:solidFill>
                  <a:srgbClr val="000000"/>
                </a:solidFill>
                <a:effectLst/>
                <a:latin typeface="Arial" panose="020B0604020202020204" pitchFamily="34" charset="0"/>
                <a:ea typeface="Times New Roman" panose="02020603050405020304" pitchFamily="18" charset="0"/>
                <a:cs typeface="Courier New" panose="02070309020205020404" pitchFamily="49" charset="0"/>
              </a:rPr>
            </a:br>
            <a:r>
              <a:rPr lang="en-US" sz="900" b="1">
                <a:solidFill>
                  <a:srgbClr val="000000"/>
                </a:solidFill>
                <a:effectLst/>
                <a:latin typeface="Arial" panose="020B0604020202020204" pitchFamily="34" charset="0"/>
                <a:ea typeface="Times New Roman" panose="02020603050405020304" pitchFamily="18" charset="0"/>
                <a:cs typeface="Courier New" panose="02070309020205020404" pitchFamily="49" charset="0"/>
              </a:rPr>
              <a:t>Analysis Sets with Inclusion and Exclusion</a:t>
            </a:r>
            <a:br>
              <a:rPr lang="en-US" sz="900" b="1">
                <a:solidFill>
                  <a:srgbClr val="000000"/>
                </a:solidFill>
                <a:effectLst/>
                <a:latin typeface="Arial" panose="020B0604020202020204" pitchFamily="34" charset="0"/>
                <a:ea typeface="Times New Roman" panose="02020603050405020304" pitchFamily="18" charset="0"/>
                <a:cs typeface="Courier New" panose="02070309020205020404" pitchFamily="49" charset="0"/>
              </a:rPr>
            </a:br>
            <a:r>
              <a:rPr lang="en-US" sz="1050">
                <a:effectLst/>
                <a:latin typeface="Calibri" panose="020F0502020204030204" pitchFamily="34" charset="0"/>
                <a:ea typeface="Calibri" panose="020F0502020204030204" pitchFamily="34" charset="0"/>
                <a:cs typeface="Times New Roman" panose="02020603050405020304" pitchFamily="18" charset="0"/>
              </a:rPr>
              <a:t>Enrolled Set</a:t>
            </a:r>
            <a:endParaRPr lang="en-US" sz="1600"/>
          </a:p>
        </p:txBody>
      </p:sp>
      <p:sp>
        <p:nvSpPr>
          <p:cNvPr id="21" name="TextBox 20">
            <a:extLst>
              <a:ext uri="{FF2B5EF4-FFF2-40B4-BE49-F238E27FC236}">
                <a16:creationId xmlns:a16="http://schemas.microsoft.com/office/drawing/2014/main" id="{CA9FFAE4-AA06-FEEE-E89B-14A911827A1C}"/>
              </a:ext>
            </a:extLst>
          </p:cNvPr>
          <p:cNvSpPr txBox="1"/>
          <p:nvPr/>
        </p:nvSpPr>
        <p:spPr>
          <a:xfrm>
            <a:off x="7152362" y="150843"/>
            <a:ext cx="4747363" cy="107721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a:solidFill>
                  <a:srgbClr val="0070C0"/>
                </a:solidFill>
                <a:cs typeface="Arial"/>
              </a:rPr>
              <a:t>Use this table to display the number of subjects not met the Immunogenicity Analysis Set criteria</a:t>
            </a:r>
          </a:p>
          <a:p>
            <a:pPr algn="ctr"/>
            <a:r>
              <a:rPr lang="en-US" sz="1400">
                <a:solidFill>
                  <a:srgbClr val="0070C0"/>
                </a:solidFill>
                <a:cs typeface="Arial"/>
              </a:rPr>
              <a:t>Table usually available for CSR, although immunogenicity set may not be included by default. </a:t>
            </a:r>
            <a:r>
              <a:rPr lang="en-US" sz="1400" u="sng">
                <a:solidFill>
                  <a:srgbClr val="0070C0"/>
                </a:solidFill>
                <a:cs typeface="Arial"/>
              </a:rPr>
              <a:t>Clin pharm lead to discuss with stats to include such info.</a:t>
            </a:r>
            <a:endParaRPr lang="en-US" sz="1400" u="sng">
              <a:solidFill>
                <a:srgbClr val="0070C0"/>
              </a:solidFill>
            </a:endParaRPr>
          </a:p>
        </p:txBody>
      </p:sp>
    </p:spTree>
    <p:extLst>
      <p:ext uri="{BB962C8B-B14F-4D97-AF65-F5344CB8AC3E}">
        <p14:creationId xmlns:p14="http://schemas.microsoft.com/office/powerpoint/2010/main" val="2493341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D4280D-106F-626C-F77E-2F549B090D21}"/>
              </a:ext>
            </a:extLst>
          </p:cNvPr>
          <p:cNvSpPr>
            <a:spLocks noGrp="1"/>
          </p:cNvSpPr>
          <p:nvPr>
            <p:ph type="ctrTitle"/>
          </p:nvPr>
        </p:nvSpPr>
        <p:spPr/>
        <p:txBody>
          <a:bodyPr/>
          <a:lstStyle/>
          <a:p>
            <a:r>
              <a:rPr lang="en-US"/>
              <a:t>Backup</a:t>
            </a:r>
          </a:p>
        </p:txBody>
      </p:sp>
    </p:spTree>
    <p:extLst>
      <p:ext uri="{BB962C8B-B14F-4D97-AF65-F5344CB8AC3E}">
        <p14:creationId xmlns:p14="http://schemas.microsoft.com/office/powerpoint/2010/main" val="10178070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FA6AD-4C83-8671-AFC1-3913E55E4DC3}"/>
              </a:ext>
            </a:extLst>
          </p:cNvPr>
          <p:cNvSpPr>
            <a:spLocks noGrp="1"/>
          </p:cNvSpPr>
          <p:nvPr>
            <p:ph type="title"/>
          </p:nvPr>
        </p:nvSpPr>
        <p:spPr/>
        <p:txBody>
          <a:bodyPr/>
          <a:lstStyle/>
          <a:p>
            <a:r>
              <a:rPr lang="en-US"/>
              <a:t>Immunogenicity Labeling</a:t>
            </a:r>
          </a:p>
        </p:txBody>
      </p:sp>
      <p:sp>
        <p:nvSpPr>
          <p:cNvPr id="3" name="Table Placeholder 2">
            <a:extLst>
              <a:ext uri="{FF2B5EF4-FFF2-40B4-BE49-F238E27FC236}">
                <a16:creationId xmlns:a16="http://schemas.microsoft.com/office/drawing/2014/main" id="{3C9FD39F-F0C6-1475-584D-A59AFD8AA58C}"/>
              </a:ext>
            </a:extLst>
          </p:cNvPr>
          <p:cNvSpPr>
            <a:spLocks noGrp="1"/>
          </p:cNvSpPr>
          <p:nvPr>
            <p:ph type="tbl" sz="quarter" idx="17"/>
          </p:nvPr>
        </p:nvSpPr>
        <p:spPr>
          <a:xfrm>
            <a:off x="6557643" y="1636713"/>
            <a:ext cx="5037457" cy="4391930"/>
          </a:xfrm>
        </p:spPr>
        <p:txBody>
          <a:bodyPr/>
          <a:lstStyle/>
          <a:p>
            <a:pPr marL="285750" indent="-285750">
              <a:buFont typeface="Arial" panose="020B0604020202020204" pitchFamily="34" charset="0"/>
              <a:buChar char="•"/>
            </a:pPr>
            <a:r>
              <a:rPr lang="en-US"/>
              <a:t>Labeling language when </a:t>
            </a:r>
          </a:p>
          <a:p>
            <a:pPr marL="165100" indent="-342900">
              <a:buAutoNum type="arabicPeriod"/>
            </a:pPr>
            <a:r>
              <a:rPr lang="en-US"/>
              <a:t>BA method inadequate</a:t>
            </a:r>
          </a:p>
          <a:p>
            <a:pPr marL="165100" indent="-342900">
              <a:buAutoNum type="arabicPeriod"/>
            </a:pPr>
            <a:r>
              <a:rPr lang="en-US"/>
              <a:t>BA method adequate</a:t>
            </a:r>
          </a:p>
          <a:p>
            <a:pPr marL="177800" lvl="3" indent="0">
              <a:buNone/>
            </a:pPr>
            <a:r>
              <a:rPr lang="en-US"/>
              <a:t>2.1 ADA impact clinically significant</a:t>
            </a:r>
          </a:p>
          <a:p>
            <a:pPr marL="177800" lvl="3" indent="0">
              <a:buNone/>
            </a:pPr>
            <a:r>
              <a:rPr lang="en-US"/>
              <a:t>2.2 insufficient data to characterize ADA’s clinical impact</a:t>
            </a:r>
          </a:p>
          <a:p>
            <a:pPr marL="177800" lvl="3" indent="0">
              <a:buNone/>
            </a:pPr>
            <a:r>
              <a:rPr lang="en-US"/>
              <a:t>2.3 sufficient data to demonstrate ADA impact clinically insignificant</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Language highlight the sensitivity and specificity of ADA assay</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endParaRPr lang="en-US"/>
          </a:p>
          <a:p>
            <a:pPr marL="285750" indent="-285750">
              <a:buFont typeface="Arial" panose="020B0604020202020204" pitchFamily="34" charset="0"/>
              <a:buChar char="•"/>
            </a:pPr>
            <a:r>
              <a:rPr lang="en-US"/>
              <a:t>ADA incidence should be in context of treatment duration &amp; follow up duration</a:t>
            </a:r>
          </a:p>
        </p:txBody>
      </p:sp>
      <p:pic>
        <p:nvPicPr>
          <p:cNvPr id="5" name="Picture 4">
            <a:extLst>
              <a:ext uri="{FF2B5EF4-FFF2-40B4-BE49-F238E27FC236}">
                <a16:creationId xmlns:a16="http://schemas.microsoft.com/office/drawing/2014/main" id="{3CEE7CC0-1988-6900-3F26-FD8904FE161C}"/>
              </a:ext>
            </a:extLst>
          </p:cNvPr>
          <p:cNvPicPr>
            <a:picLocks noChangeAspect="1"/>
          </p:cNvPicPr>
          <p:nvPr/>
        </p:nvPicPr>
        <p:blipFill>
          <a:blip r:embed="rId2"/>
          <a:stretch>
            <a:fillRect/>
          </a:stretch>
        </p:blipFill>
        <p:spPr>
          <a:xfrm>
            <a:off x="410958" y="1636713"/>
            <a:ext cx="6146685" cy="3365072"/>
          </a:xfrm>
          <a:prstGeom prst="rect">
            <a:avLst/>
          </a:prstGeom>
        </p:spPr>
      </p:pic>
      <p:sp>
        <p:nvSpPr>
          <p:cNvPr id="6" name="TextBox 5">
            <a:extLst>
              <a:ext uri="{FF2B5EF4-FFF2-40B4-BE49-F238E27FC236}">
                <a16:creationId xmlns:a16="http://schemas.microsoft.com/office/drawing/2014/main" id="{10F9AB0B-1AC4-37B9-0E05-DCC4BCE3E44F}"/>
              </a:ext>
            </a:extLst>
          </p:cNvPr>
          <p:cNvSpPr txBox="1"/>
          <p:nvPr/>
        </p:nvSpPr>
        <p:spPr>
          <a:xfrm>
            <a:off x="774290" y="1636713"/>
            <a:ext cx="1651093" cy="215444"/>
          </a:xfrm>
          <a:prstGeom prst="rect">
            <a:avLst/>
          </a:prstGeom>
          <a:noFill/>
        </p:spPr>
        <p:txBody>
          <a:bodyPr wrap="none" lIns="0" tIns="0" rIns="0" bIns="0" rtlCol="0">
            <a:spAutoFit/>
          </a:bodyPr>
          <a:lstStyle/>
          <a:p>
            <a:pPr algn="l"/>
            <a:r>
              <a:rPr lang="en-US" sz="1400"/>
              <a:t>2022 Draft Guidance</a:t>
            </a:r>
          </a:p>
        </p:txBody>
      </p:sp>
      <p:pic>
        <p:nvPicPr>
          <p:cNvPr id="8" name="Picture 7">
            <a:extLst>
              <a:ext uri="{FF2B5EF4-FFF2-40B4-BE49-F238E27FC236}">
                <a16:creationId xmlns:a16="http://schemas.microsoft.com/office/drawing/2014/main" id="{1E370FBD-F68F-D68B-2FBE-17E4383BEB7D}"/>
              </a:ext>
            </a:extLst>
          </p:cNvPr>
          <p:cNvPicPr>
            <a:picLocks noChangeAspect="1"/>
          </p:cNvPicPr>
          <p:nvPr/>
        </p:nvPicPr>
        <p:blipFill>
          <a:blip r:embed="rId3"/>
          <a:stretch>
            <a:fillRect/>
          </a:stretch>
        </p:blipFill>
        <p:spPr>
          <a:xfrm>
            <a:off x="6709217" y="4336769"/>
            <a:ext cx="5374167" cy="1090996"/>
          </a:xfrm>
          <a:prstGeom prst="rect">
            <a:avLst/>
          </a:prstGeom>
        </p:spPr>
      </p:pic>
    </p:spTree>
    <p:extLst>
      <p:ext uri="{BB962C8B-B14F-4D97-AF65-F5344CB8AC3E}">
        <p14:creationId xmlns:p14="http://schemas.microsoft.com/office/powerpoint/2010/main" val="2209219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2AC86-665D-62F5-D734-EB9AE56BB3D3}"/>
              </a:ext>
            </a:extLst>
          </p:cNvPr>
          <p:cNvSpPr>
            <a:spLocks noGrp="1"/>
          </p:cNvSpPr>
          <p:nvPr>
            <p:ph type="title"/>
          </p:nvPr>
        </p:nvSpPr>
        <p:spPr/>
        <p:txBody>
          <a:bodyPr/>
          <a:lstStyle/>
          <a:p>
            <a:r>
              <a:rPr lang="en-US"/>
              <a:t>Labeling language example</a:t>
            </a:r>
          </a:p>
        </p:txBody>
      </p:sp>
      <p:sp>
        <p:nvSpPr>
          <p:cNvPr id="3" name="Table Placeholder 2">
            <a:extLst>
              <a:ext uri="{FF2B5EF4-FFF2-40B4-BE49-F238E27FC236}">
                <a16:creationId xmlns:a16="http://schemas.microsoft.com/office/drawing/2014/main" id="{C6BE108B-6484-672D-26D4-757D9C4F85BB}"/>
              </a:ext>
            </a:extLst>
          </p:cNvPr>
          <p:cNvSpPr>
            <a:spLocks noGrp="1"/>
          </p:cNvSpPr>
          <p:nvPr>
            <p:ph type="tbl" sz="quarter" idx="17"/>
          </p:nvPr>
        </p:nvSpPr>
        <p:spPr/>
        <p:txBody>
          <a:bodyPr/>
          <a:lstStyle/>
          <a:p>
            <a:r>
              <a:rPr lang="en-US" err="1"/>
              <a:t>Ziihera</a:t>
            </a:r>
            <a:r>
              <a:rPr lang="en-US"/>
              <a:t>, </a:t>
            </a:r>
            <a:r>
              <a:rPr lang="en-US" err="1"/>
              <a:t>zanidatamab-hrii</a:t>
            </a:r>
            <a:r>
              <a:rPr lang="en-US"/>
              <a:t>, unresectable or metastatic HER2-positive (IHC 3+) biliary tract cancer (accelerated approval)</a:t>
            </a:r>
          </a:p>
          <a:p>
            <a:r>
              <a:rPr lang="en-US">
                <a:hlinkClick r:id="rId2"/>
              </a:rPr>
              <a:t>https://www.accessdata.fda.gov/drugsatfda_docs/label/2024/761416s000lbl.pdf</a:t>
            </a:r>
            <a:endParaRPr lang="en-US"/>
          </a:p>
          <a:p>
            <a:r>
              <a:rPr lang="en-US"/>
              <a:t>12.6 Immunogenicity There is insufficient information to characterize the anti-drug antibody response to </a:t>
            </a:r>
            <a:r>
              <a:rPr lang="en-US" err="1"/>
              <a:t>zanidatamab-hrii</a:t>
            </a:r>
            <a:r>
              <a:rPr lang="en-US"/>
              <a:t> and the effects of anti-drug antibodies on pharmacokinetics, pharmacodynamics, safety, or effectiveness of </a:t>
            </a:r>
            <a:r>
              <a:rPr lang="en-US" err="1"/>
              <a:t>zanidatamab-hrii</a:t>
            </a:r>
            <a:r>
              <a:rPr lang="en-US"/>
              <a:t>. </a:t>
            </a:r>
          </a:p>
          <a:p>
            <a:endParaRPr lang="en-US"/>
          </a:p>
        </p:txBody>
      </p:sp>
      <p:pic>
        <p:nvPicPr>
          <p:cNvPr id="7" name="Picture 6">
            <a:extLst>
              <a:ext uri="{FF2B5EF4-FFF2-40B4-BE49-F238E27FC236}">
                <a16:creationId xmlns:a16="http://schemas.microsoft.com/office/drawing/2014/main" id="{655A0E4B-4A99-FE72-964A-1544174DF906}"/>
              </a:ext>
            </a:extLst>
          </p:cNvPr>
          <p:cNvPicPr>
            <a:picLocks noChangeAspect="1"/>
          </p:cNvPicPr>
          <p:nvPr/>
        </p:nvPicPr>
        <p:blipFill>
          <a:blip r:embed="rId3"/>
          <a:stretch>
            <a:fillRect/>
          </a:stretch>
        </p:blipFill>
        <p:spPr>
          <a:xfrm>
            <a:off x="2593587" y="2778644"/>
            <a:ext cx="5644543" cy="3885427"/>
          </a:xfrm>
          <a:prstGeom prst="rect">
            <a:avLst/>
          </a:prstGeom>
        </p:spPr>
      </p:pic>
    </p:spTree>
    <p:extLst>
      <p:ext uri="{BB962C8B-B14F-4D97-AF65-F5344CB8AC3E}">
        <p14:creationId xmlns:p14="http://schemas.microsoft.com/office/powerpoint/2010/main" val="11210909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3550B-16A3-E404-570B-C8CCC73EED75}"/>
              </a:ext>
            </a:extLst>
          </p:cNvPr>
          <p:cNvSpPr>
            <a:spLocks noGrp="1"/>
          </p:cNvSpPr>
          <p:nvPr>
            <p:ph type="title"/>
          </p:nvPr>
        </p:nvSpPr>
        <p:spPr/>
        <p:txBody>
          <a:bodyPr/>
          <a:lstStyle/>
          <a:p>
            <a:r>
              <a:rPr lang="en-US"/>
              <a:t>Labeling language example</a:t>
            </a:r>
          </a:p>
        </p:txBody>
      </p:sp>
      <p:sp>
        <p:nvSpPr>
          <p:cNvPr id="3" name="Table Placeholder 2">
            <a:extLst>
              <a:ext uri="{FF2B5EF4-FFF2-40B4-BE49-F238E27FC236}">
                <a16:creationId xmlns:a16="http://schemas.microsoft.com/office/drawing/2014/main" id="{2B79A1A5-3C5C-314A-718C-4CF6EF54B2A7}"/>
              </a:ext>
            </a:extLst>
          </p:cNvPr>
          <p:cNvSpPr>
            <a:spLocks noGrp="1"/>
          </p:cNvSpPr>
          <p:nvPr>
            <p:ph type="tbl" sz="quarter" idx="17"/>
          </p:nvPr>
        </p:nvSpPr>
        <p:spPr/>
        <p:txBody>
          <a:bodyPr/>
          <a:lstStyle/>
          <a:p>
            <a:r>
              <a:rPr lang="en-US" err="1">
                <a:hlinkClick r:id="rId2"/>
              </a:rPr>
              <a:t>Alhemo</a:t>
            </a:r>
            <a:r>
              <a:rPr lang="en-US">
                <a:hlinkClick r:id="rId2"/>
              </a:rPr>
              <a:t>	</a:t>
            </a:r>
            <a:r>
              <a:rPr lang="en-US" err="1">
                <a:hlinkClick r:id="rId2"/>
              </a:rPr>
              <a:t>concizumab-mtci</a:t>
            </a:r>
            <a:r>
              <a:rPr lang="en-US">
                <a:hlinkClick r:id="rId2"/>
              </a:rPr>
              <a:t>	12/20/2024	For routine prophylaxis to prevent bleeding episodes in hemophilia A and B</a:t>
            </a:r>
          </a:p>
          <a:p>
            <a:r>
              <a:rPr lang="en-US">
                <a:hlinkClick r:id="rId2"/>
              </a:rPr>
              <a:t>https://www.accessdata.fda.gov/drugsatfda_docs/label/2024/761315s000lbl.pdf</a:t>
            </a:r>
            <a:endParaRPr lang="en-US"/>
          </a:p>
          <a:p>
            <a:r>
              <a:rPr lang="en-US"/>
              <a:t>12.6 Immunogenicity The observed incidence of anti-drug antibodies is highly dependent on the sensitivity and the specificity of the assay. Differences in assay methods preclude meaningful comparisons of the incidence of anti-drug antibodies (ADA) in the studies described below with the incidence of ADA in other studies, including those of </a:t>
            </a:r>
            <a:r>
              <a:rPr lang="en-US" err="1"/>
              <a:t>concizumab-mtci</a:t>
            </a:r>
            <a:r>
              <a:rPr lang="en-US"/>
              <a:t> or of other </a:t>
            </a:r>
            <a:r>
              <a:rPr lang="en-US" err="1"/>
              <a:t>concizumab</a:t>
            </a:r>
            <a:r>
              <a:rPr lang="en-US"/>
              <a:t> products. During the treatment period in 4 trials with a duration of 11 weeks, ≥76 weeks, ≥76 weeks, and ≥32 weeks, 47 out of the 185 treated patients (25.4%) developed anti-</a:t>
            </a:r>
            <a:r>
              <a:rPr lang="en-US" err="1"/>
              <a:t>concizumab</a:t>
            </a:r>
            <a:r>
              <a:rPr lang="en-US"/>
              <a:t>-</a:t>
            </a:r>
            <a:r>
              <a:rPr lang="en-US" err="1"/>
              <a:t>mtci</a:t>
            </a:r>
            <a:r>
              <a:rPr lang="en-US"/>
              <a:t> antibodies. Among the 47 patients who tested positive for ADA, 12 patients (25.5%) developed neutralizing antibodies (</a:t>
            </a:r>
            <a:r>
              <a:rPr lang="en-US" err="1"/>
              <a:t>NAbs</a:t>
            </a:r>
            <a:r>
              <a:rPr lang="en-US"/>
              <a:t>) against </a:t>
            </a:r>
            <a:r>
              <a:rPr lang="en-US" err="1"/>
              <a:t>concizumab-mtci</a:t>
            </a:r>
            <a:r>
              <a:rPr lang="en-US"/>
              <a:t>. In 1 patient who developed </a:t>
            </a:r>
            <a:r>
              <a:rPr lang="en-US" err="1"/>
              <a:t>NAb</a:t>
            </a:r>
            <a:r>
              <a:rPr lang="en-US"/>
              <a:t> against </a:t>
            </a:r>
            <a:r>
              <a:rPr lang="en-US" err="1"/>
              <a:t>concizumabmtci</a:t>
            </a:r>
            <a:r>
              <a:rPr lang="en-US"/>
              <a:t>, free TFPI levels were restored to baseline indicative of effectiveness likely being compromised. In the remaining 46 patients, there was no identified clinically significant effect of the antibodies on pharmacokinetics, pharmacodynamics, safety, or effectiveness of </a:t>
            </a:r>
            <a:r>
              <a:rPr lang="en-US" err="1"/>
              <a:t>concizumab-mtci</a:t>
            </a:r>
            <a:r>
              <a:rPr lang="en-US"/>
              <a:t>. </a:t>
            </a:r>
          </a:p>
        </p:txBody>
      </p:sp>
    </p:spTree>
    <p:extLst>
      <p:ext uri="{BB962C8B-B14F-4D97-AF65-F5344CB8AC3E}">
        <p14:creationId xmlns:p14="http://schemas.microsoft.com/office/powerpoint/2010/main" val="2367945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F3395-50A5-304F-3804-256B6E8D45C8}"/>
              </a:ext>
            </a:extLst>
          </p:cNvPr>
          <p:cNvSpPr>
            <a:spLocks noGrp="1"/>
          </p:cNvSpPr>
          <p:nvPr>
            <p:ph type="title"/>
          </p:nvPr>
        </p:nvSpPr>
        <p:spPr/>
        <p:txBody>
          <a:bodyPr/>
          <a:lstStyle/>
          <a:p>
            <a:r>
              <a:rPr lang="en-US"/>
              <a:t>Labeling language example</a:t>
            </a:r>
          </a:p>
        </p:txBody>
      </p:sp>
      <p:sp>
        <p:nvSpPr>
          <p:cNvPr id="3" name="Table Placeholder 2">
            <a:extLst>
              <a:ext uri="{FF2B5EF4-FFF2-40B4-BE49-F238E27FC236}">
                <a16:creationId xmlns:a16="http://schemas.microsoft.com/office/drawing/2014/main" id="{83FCEABA-50A9-7BA7-5063-A37C4E68FC94}"/>
              </a:ext>
            </a:extLst>
          </p:cNvPr>
          <p:cNvSpPr>
            <a:spLocks noGrp="1"/>
          </p:cNvSpPr>
          <p:nvPr>
            <p:ph type="tbl" sz="quarter" idx="17"/>
          </p:nvPr>
        </p:nvSpPr>
        <p:spPr/>
        <p:txBody>
          <a:bodyPr/>
          <a:lstStyle/>
          <a:p>
            <a:r>
              <a:rPr lang="en-US" err="1"/>
              <a:t>Unloxcyt</a:t>
            </a:r>
            <a:r>
              <a:rPr lang="en-US"/>
              <a:t>	</a:t>
            </a:r>
            <a:r>
              <a:rPr lang="en-US" err="1"/>
              <a:t>cosibelimab-ipdl</a:t>
            </a:r>
            <a:r>
              <a:rPr lang="en-US"/>
              <a:t>	12/13/2024	To treat cutaneous squamous cell carcinoma</a:t>
            </a:r>
          </a:p>
          <a:p>
            <a:r>
              <a:rPr lang="en-US">
                <a:hlinkClick r:id="rId2"/>
              </a:rPr>
              <a:t>https://www.accessdata.fda.gov/drugsatfda_docs/label/2023/761297s000lbl.pdf</a:t>
            </a:r>
            <a:endParaRPr lang="en-US"/>
          </a:p>
          <a:p>
            <a:r>
              <a:rPr lang="en-US"/>
              <a:t>12.6 Immunogenicity The observed incidence of anti-drug antibodies is highly dependent on the sensitivity and specificity of the assay. Differences in assay methods preclude meaningful comparisons of the incidence of anti-drug antibodies in the studies described below with the incidence of anti-drug antibodies in other studies, including those of UNLOXCYT or of other </a:t>
            </a:r>
            <a:r>
              <a:rPr lang="en-US" err="1"/>
              <a:t>cosibelimab</a:t>
            </a:r>
            <a:r>
              <a:rPr lang="en-US"/>
              <a:t> products. Anti-drug antibody (ADA) and neutralizing antibody (</a:t>
            </a:r>
            <a:r>
              <a:rPr lang="en-US" err="1"/>
              <a:t>nAb</a:t>
            </a:r>
            <a:r>
              <a:rPr lang="en-US"/>
              <a:t>) responses were monitored throughout the treatment period where the benefit to risk ratio was assessed. ADAs were detected in 65/133 (49%) of patients treated with UNLOXCYT and </a:t>
            </a:r>
            <a:r>
              <a:rPr lang="en-US" err="1"/>
              <a:t>nAbs</a:t>
            </a:r>
            <a:r>
              <a:rPr lang="en-US"/>
              <a:t> were detected in 2/65 (3.0%) of the patients. UNLOXCYT-treated patients who developed anti-</a:t>
            </a:r>
            <a:r>
              <a:rPr lang="en-US" err="1"/>
              <a:t>cosibelimab</a:t>
            </a:r>
            <a:r>
              <a:rPr lang="en-US"/>
              <a:t> antibodies had reduced UNLOXCYT concentrations (20% lower compared to UNLOXCYT-treated subjects who did not develop anti-</a:t>
            </a:r>
            <a:r>
              <a:rPr lang="en-US" err="1"/>
              <a:t>cosibelimab</a:t>
            </a:r>
            <a:r>
              <a:rPr lang="en-US"/>
              <a:t>-</a:t>
            </a:r>
            <a:r>
              <a:rPr lang="en-US" err="1"/>
              <a:t>ipdl</a:t>
            </a:r>
            <a:r>
              <a:rPr lang="en-US"/>
              <a:t> antibodies). There was no clinically significant effect of anti-</a:t>
            </a:r>
            <a:r>
              <a:rPr lang="en-US" err="1"/>
              <a:t>cosibelimab</a:t>
            </a:r>
            <a:r>
              <a:rPr lang="en-US"/>
              <a:t>-</a:t>
            </a:r>
            <a:r>
              <a:rPr lang="en-US" err="1"/>
              <a:t>ipdl</a:t>
            </a:r>
            <a:r>
              <a:rPr lang="en-US"/>
              <a:t> antibodies on the efficacy or safety of </a:t>
            </a:r>
            <a:r>
              <a:rPr lang="en-US" err="1"/>
              <a:t>cosibelimab-ipdl</a:t>
            </a:r>
            <a:r>
              <a:rPr lang="en-US"/>
              <a:t>. </a:t>
            </a:r>
          </a:p>
        </p:txBody>
      </p:sp>
    </p:spTree>
    <p:extLst>
      <p:ext uri="{BB962C8B-B14F-4D97-AF65-F5344CB8AC3E}">
        <p14:creationId xmlns:p14="http://schemas.microsoft.com/office/powerpoint/2010/main" val="2678428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85C80-E3E7-56C0-4CD1-E6A67E8E1BF3}"/>
              </a:ext>
            </a:extLst>
          </p:cNvPr>
          <p:cNvSpPr>
            <a:spLocks noGrp="1"/>
          </p:cNvSpPr>
          <p:nvPr>
            <p:ph type="title"/>
          </p:nvPr>
        </p:nvSpPr>
        <p:spPr/>
        <p:txBody>
          <a:bodyPr/>
          <a:lstStyle/>
          <a:p>
            <a:r>
              <a:rPr lang="en-US"/>
              <a:t>Labeling language example</a:t>
            </a:r>
          </a:p>
        </p:txBody>
      </p:sp>
      <p:sp>
        <p:nvSpPr>
          <p:cNvPr id="3" name="Table Placeholder 2">
            <a:extLst>
              <a:ext uri="{FF2B5EF4-FFF2-40B4-BE49-F238E27FC236}">
                <a16:creationId xmlns:a16="http://schemas.microsoft.com/office/drawing/2014/main" id="{ADBC72A9-25E7-7A86-145E-1B94D44E1C54}"/>
              </a:ext>
            </a:extLst>
          </p:cNvPr>
          <p:cNvSpPr>
            <a:spLocks noGrp="1"/>
          </p:cNvSpPr>
          <p:nvPr>
            <p:ph type="tbl" sz="quarter" idx="17"/>
          </p:nvPr>
        </p:nvSpPr>
        <p:spPr/>
        <p:txBody>
          <a:bodyPr/>
          <a:lstStyle/>
          <a:p>
            <a:r>
              <a:rPr lang="en-US" err="1"/>
              <a:t>Bizengri</a:t>
            </a:r>
            <a:r>
              <a:rPr lang="en-US"/>
              <a:t>	</a:t>
            </a:r>
            <a:r>
              <a:rPr lang="en-US" err="1"/>
              <a:t>zenocutuzumab-zbco</a:t>
            </a:r>
            <a:r>
              <a:rPr lang="en-US"/>
              <a:t>	12/4/2024	To treat non-small cell lung cancer and pancreatic adenocarcinoma </a:t>
            </a:r>
          </a:p>
          <a:p>
            <a:r>
              <a:rPr lang="en-US"/>
              <a:t>12.6 Immunogenicity The observed incidence of anti-drug antibodies is highly dependent on the sensitivity and specificity of the assay. Differences in assay methods preclude meaningful comparison of the incidence of anti-drug antibodies in the studies below with the incidence of anti-drug antibodies in other studies, including those of BIZENGRI or of other </a:t>
            </a:r>
            <a:r>
              <a:rPr lang="en-US" err="1"/>
              <a:t>zenocutuzumab</a:t>
            </a:r>
            <a:r>
              <a:rPr lang="en-US"/>
              <a:t> products. In patients who received BIZENGRI at the approved recommended dosage for up to 30 months, 7 of 153 (4.6%) patients developed anti-</a:t>
            </a:r>
            <a:r>
              <a:rPr lang="en-US" err="1"/>
              <a:t>zenocutuzumab</a:t>
            </a:r>
            <a:r>
              <a:rPr lang="en-US"/>
              <a:t> antibodies. Because of the low occurrence of anti-drug antibodies, the effect of these antibodies on the pharmacokinetics, pharmacodynamics, safety, and efficacy of </a:t>
            </a:r>
            <a:r>
              <a:rPr lang="en-US" err="1"/>
              <a:t>zenocutuzumab</a:t>
            </a:r>
            <a:r>
              <a:rPr lang="en-US"/>
              <a:t> is unknown.</a:t>
            </a:r>
          </a:p>
        </p:txBody>
      </p:sp>
    </p:spTree>
    <p:extLst>
      <p:ext uri="{BB962C8B-B14F-4D97-AF65-F5344CB8AC3E}">
        <p14:creationId xmlns:p14="http://schemas.microsoft.com/office/powerpoint/2010/main" val="7539193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NT1">
  <a:themeElements>
    <a:clrScheme name="BioNTech 2022">
      <a:dk1>
        <a:srgbClr val="3C4447"/>
      </a:dk1>
      <a:lt1>
        <a:sysClr val="window" lastClr="FFFFFF"/>
      </a:lt1>
      <a:dk2>
        <a:srgbClr val="181010"/>
      </a:dk2>
      <a:lt2>
        <a:srgbClr val="EEF0F2"/>
      </a:lt2>
      <a:accent1>
        <a:srgbClr val="005A64"/>
      </a:accent1>
      <a:accent2>
        <a:srgbClr val="3C9673"/>
      </a:accent2>
      <a:accent3>
        <a:srgbClr val="BECD32"/>
      </a:accent3>
      <a:accent4>
        <a:srgbClr val="656E72"/>
      </a:accent4>
      <a:accent5>
        <a:srgbClr val="8C959A"/>
      </a:accent5>
      <a:accent6>
        <a:srgbClr val="E2E5E7"/>
      </a:accent6>
      <a:hlink>
        <a:srgbClr val="BECD32"/>
      </a:hlink>
      <a:folHlink>
        <a:srgbClr val="8C959A"/>
      </a:folHlink>
    </a:clrScheme>
    <a:fontScheme name="BioNTech 202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144000" tIns="144000" rIns="144000" bIns="144000"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6">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400" dirty="0" err="1" smtClean="0"/>
        </a:defPPr>
      </a:lstStyle>
    </a:txDef>
  </a:objectDefaults>
  <a:extraClrSchemeLst/>
  <a:custClrLst>
    <a:custClr name="Custom Color 1">
      <a:srgbClr val="26948B"/>
    </a:custClr>
    <a:custClr name="Custom Color 2">
      <a:srgbClr val="107072"/>
    </a:custClr>
    <a:custClr name="Custom Color 3">
      <a:srgbClr val="294145"/>
    </a:custClr>
    <a:custClr name="Custom Color 4">
      <a:srgbClr val="9C9E21"/>
    </a:custClr>
    <a:custClr name="Custom Color 5">
      <a:srgbClr val="F2D92F"/>
    </a:custClr>
    <a:custClr name="Custom Color 6">
      <a:srgbClr val="C73F1E"/>
    </a:custClr>
    <a:custClr name="Custom Color 7">
      <a:srgbClr val="FFA62B"/>
    </a:custClr>
    <a:custClr name="Custom Color 8">
      <a:srgbClr val="7A306C"/>
    </a:custClr>
  </a:custClrLst>
  <a:extLst>
    <a:ext uri="{05A4C25C-085E-4340-85A3-A5531E510DB2}">
      <thm15:themeFamily xmlns:thm15="http://schemas.microsoft.com/office/thememl/2012/main" name="BNT1" id="{3E74A39D-2E9C-42FC-85C7-39C43D8F88CC}" vid="{32A54EE6-0A49-4361-A233-E4E0D42B54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389241DE2A8B342ABC7D179B6219A94" ma:contentTypeVersion="18" ma:contentTypeDescription="Create a new document." ma:contentTypeScope="" ma:versionID="92c5fb177125013dc4de1ed1e499ff4e">
  <xsd:schema xmlns:xsd="http://www.w3.org/2001/XMLSchema" xmlns:xs="http://www.w3.org/2001/XMLSchema" xmlns:p="http://schemas.microsoft.com/office/2006/metadata/properties" xmlns:ns2="de0589fa-0b8c-46eb-90cb-780c92e0dd2a" xmlns:ns3="09e45f2b-9093-4095-b086-6d1f054d01ac" xmlns:ns4="http://schemas.microsoft.com/sharepoint/v3/fields" targetNamespace="http://schemas.microsoft.com/office/2006/metadata/properties" ma:root="true" ma:fieldsID="adf8932be9daef0d310aadf683ca0d58" ns2:_="" ns3:_="" ns4:_="">
    <xsd:import namespace="de0589fa-0b8c-46eb-90cb-780c92e0dd2a"/>
    <xsd:import namespace="09e45f2b-9093-4095-b086-6d1f054d01ac"/>
    <xsd:import namespace="http://schemas.microsoft.com/sharepoint/v3/fields"/>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2:MediaServiceOCR" minOccurs="0"/>
                <xsd:element ref="ns3:SharedWithUsers" minOccurs="0"/>
                <xsd:element ref="ns3:SharedWithDetails" minOccurs="0"/>
                <xsd:element ref="ns2:MediaServiceLocation" minOccurs="0"/>
                <xsd:element ref="ns2:MediaServiceBillingMetadata" minOccurs="0"/>
                <xsd:element ref="ns4:_DCDateCreated"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0589fa-0b8c-46eb-90cb-780c92e0dd2a" elementFormDefault="qualified">
    <xsd:import namespace="http://schemas.microsoft.com/office/2006/documentManagement/types"/>
    <xsd:import namespace="http://schemas.microsoft.com/office/infopath/2007/PartnerControls"/>
    <xsd:element name="MediaServiceMetadata" ma:index="5" nillable="true" ma:displayName="MediaServiceMetadata" ma:hidden="true" ma:internalName="MediaServiceMetadata" ma:readOnly="true">
      <xsd:simpleType>
        <xsd:restriction base="dms:Note"/>
      </xsd:simpleType>
    </xsd:element>
    <xsd:element name="MediaServiceFastMetadata" ma:index="6" nillable="true" ma:displayName="MediaServiceFastMetadata" ma:hidden="true" ma:internalName="MediaServiceFastMetadata" ma:readOnly="true">
      <xsd:simpleType>
        <xsd:restriction base="dms:Note"/>
      </xsd:simpleType>
    </xsd:element>
    <xsd:element name="MediaServiceSearchProperties" ma:index="7" nillable="true" ma:displayName="MediaServiceSearchProperties" ma:hidden="true" ma:internalName="MediaServiceSearchProperties" ma:readOnly="true">
      <xsd:simpleType>
        <xsd:restriction base="dms:Note"/>
      </xsd:simpleType>
    </xsd:element>
    <xsd:element name="MediaServiceDateTaken" ma:index="8" nillable="true" ma:displayName="MediaServiceDateTaken" ma:hidden="true" ma:indexed="true" ma:internalName="MediaServiceDateTaken" ma:readOnly="true">
      <xsd:simpleType>
        <xsd:restriction base="dms:Text"/>
      </xsd:simpleType>
    </xsd:element>
    <xsd:element name="MediaServiceObjectDetectorVersions" ma:index="9" nillable="true" ma:displayName="MediaServiceObjectDetectorVersions" ma:hidden="true" ma:indexed="true" ma:internalName="MediaServiceObjectDetectorVersions" ma:readOnly="true">
      <xsd:simpleType>
        <xsd:restriction base="dms:Text"/>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88634be-138a-44ee-8861-29c91b48809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Comment" ma:index="25" nillable="true" ma:displayName="Comment" ma:description="Additional comments on file" ma:format="Dropdown" ma:internalName="Comment">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9e45f2b-9093-4095-b086-6d1f054d01ac"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DCDateCreated" ma:index="23" nillable="true" ma:displayName="Date Created" ma:description="The date on which this resource was created" ma:format="DateTime" ma:internalName="_DCDateCreated">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24" ma:displayName="Author"/>
        <xsd:element ref="dcterms:created" minOccurs="0" maxOccurs="1"/>
        <xsd:element ref="dc:identifier" minOccurs="0" maxOccurs="1"/>
        <xsd:element name="contentType" minOccurs="0" maxOccurs="1" type="xsd:string" ma:index="20"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e0589fa-0b8c-46eb-90cb-780c92e0dd2a">
      <Terms xmlns="http://schemas.microsoft.com/office/infopath/2007/PartnerControls"/>
    </lcf76f155ced4ddcb4097134ff3c332f>
    <_DCDateCreated xmlns="http://schemas.microsoft.com/sharepoint/v3/fields" xsi:nil="true"/>
    <Comment xmlns="de0589fa-0b8c-46eb-90cb-780c92e0dd2a" xsi:nil="true"/>
  </documentManagement>
</p:properties>
</file>

<file path=customXml/itemProps1.xml><?xml version="1.0" encoding="utf-8"?>
<ds:datastoreItem xmlns:ds="http://schemas.openxmlformats.org/officeDocument/2006/customXml" ds:itemID="{BE5276C3-10E5-48C7-8D29-21E9E6588325}">
  <ds:schemaRefs>
    <ds:schemaRef ds:uri="09e45f2b-9093-4095-b086-6d1f054d01ac"/>
    <ds:schemaRef ds:uri="de0589fa-0b8c-46eb-90cb-780c92e0dd2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field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691C3DA-01DA-4729-9B6A-49C1649055E4}">
  <ds:schemaRefs>
    <ds:schemaRef ds:uri="http://schemas.microsoft.com/sharepoint/v3/contenttype/forms"/>
  </ds:schemaRefs>
</ds:datastoreItem>
</file>

<file path=customXml/itemProps3.xml><?xml version="1.0" encoding="utf-8"?>
<ds:datastoreItem xmlns:ds="http://schemas.openxmlformats.org/officeDocument/2006/customXml" ds:itemID="{D9EAAF16-BB5A-47A3-99DC-231AC4EE27B6}">
  <ds:schemaRefs>
    <ds:schemaRef ds:uri="09e45f2b-9093-4095-b086-6d1f054d01ac"/>
    <ds:schemaRef ds:uri="de0589fa-0b8c-46eb-90cb-780c92e0dd2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field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1b505df4-2334-4dec-8749-de67dcaf6226}" enabled="0" method="" siteId="{1b505df4-2334-4dec-8749-de67dcaf6226}" removed="1"/>
</clbl:labelList>
</file>

<file path=docProps/app.xml><?xml version="1.0" encoding="utf-8"?>
<Properties xmlns="http://schemas.openxmlformats.org/officeDocument/2006/extended-properties" xmlns:vt="http://schemas.openxmlformats.org/officeDocument/2006/docPropsVTypes">
  <Template>BNT1</Template>
  <TotalTime>0</TotalTime>
  <Application>Microsoft Office PowerPoint</Application>
  <PresentationFormat>Widescreen</PresentationFormat>
  <Slides>34</Slides>
  <Notes>4</Notes>
  <HiddenSlides>4</HiddenSlide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BNT1</vt:lpstr>
      <vt:lpstr>Immunogenicity Analysis</vt:lpstr>
      <vt:lpstr>Background </vt:lpstr>
      <vt:lpstr>ADA Bioanalysis—Tiered ADA Testing Approach</vt:lpstr>
      <vt:lpstr>ADA Reporting—Listing </vt:lpstr>
      <vt:lpstr>Common Terminology (Shankar 2014)</vt:lpstr>
      <vt:lpstr>ADA Categorization Examples (I)</vt:lpstr>
      <vt:lpstr>Common Analysis</vt:lpstr>
      <vt:lpstr>PowerPoint Presentation</vt:lpstr>
      <vt:lpstr>Recommendations for Common Questions</vt:lpstr>
      <vt:lpstr>Definition of Immunogenicity Analysis Set</vt:lpstr>
      <vt:lpstr>Definition of Treatment-Induced ADA</vt:lpstr>
      <vt:lpstr>Subject Level Subgroup Analysis for Evaluating ADA’s Impact on PK, Efficacy and Safety</vt:lpstr>
      <vt:lpstr>ADA Categorization Diagram (Option 1) </vt:lpstr>
      <vt:lpstr>ADA Categorization Diagram (Option 2)</vt:lpstr>
      <vt:lpstr>ADA Categorization Diagram (Option 3) </vt:lpstr>
      <vt:lpstr>Timing of ADA/NAb Assay Development/Validation</vt:lpstr>
      <vt:lpstr>Considerations When Multiple ADA Assays Developed for Same Compound</vt:lpstr>
      <vt:lpstr>Reporting Persistent or Transient ADA</vt:lpstr>
      <vt:lpstr>Scope of ADA Analysis</vt:lpstr>
      <vt:lpstr>New Directions of ADA Assay—BASE Proposal</vt:lpstr>
      <vt:lpstr>ADA titer, MRD, dilution factor, treatment boosted</vt:lpstr>
      <vt:lpstr>Standard Protocol and SAP Language </vt:lpstr>
      <vt:lpstr>Protocol Language</vt:lpstr>
      <vt:lpstr>Study SAP Language</vt:lpstr>
      <vt:lpstr>Study SAP Language</vt:lpstr>
      <vt:lpstr>ADA Summary TFL Shell Example</vt:lpstr>
      <vt:lpstr>ADA Summary TFL Shell Example</vt:lpstr>
      <vt:lpstr>Summary Table of Analysis Sets</vt:lpstr>
      <vt:lpstr>Backup</vt:lpstr>
      <vt:lpstr>Immunogenicity Labeling</vt:lpstr>
      <vt:lpstr>Labeling language example</vt:lpstr>
      <vt:lpstr>Labeling language example</vt:lpstr>
      <vt:lpstr>Labeling language example</vt:lpstr>
      <vt:lpstr>Labeling language example</vt:lpstr>
    </vt:vector>
  </TitlesOfParts>
  <Company>BioNTech 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Shuang Liang</dc:creator>
  <cp:revision>1</cp:revision>
  <dcterms:created xsi:type="dcterms:W3CDTF">2024-11-12T20:03:04Z</dcterms:created>
  <dcterms:modified xsi:type="dcterms:W3CDTF">2026-06-02T17:47:15Z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0x010100B389241DE2A8B342ABC7D179B6219A94</vt:lpwstr>
  </property>
  <property fmtid="{D5CDD505-2E9C-101B-9397-08002B2CF9AE}" pid="3" name="MediaServiceImageTags">
    <vt:lpwstr/>
  </property>
</Properties>
</file>